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25.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14.xml" ContentType="application/vnd.openxmlformats-officedocument.presentationml.notesSlide+xml"/>
  <Override PartName="/ppt/slides/slide26.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notesSlides/notesSlide26.xml" ContentType="application/vnd.openxmlformats-officedocument.presentationml.notesSlide+xml"/>
  <Override PartName="/ppt/slides/slide20.xml" ContentType="application/vnd.openxmlformats-officedocument.presentationml.slide+xml"/>
  <Override PartName="/ppt/slides/slide19.xml" ContentType="application/vnd.openxmlformats-officedocument.presentationml.slide+xml"/>
  <Override PartName="/ppt/notesSlides/notesSlide3.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7.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s/slide9.xml" ContentType="application/vnd.openxmlformats-officedocument.presentationml.slide+xml"/>
  <Override PartName="/ppt/slideLayouts/slideLayout36.xml" ContentType="application/vnd.openxmlformats-officedocument.presentationml.slideLayout+xml"/>
  <Override PartName="/ppt/slides/slide10.xml" ContentType="application/vnd.openxmlformats-officedocument.presentationml.slide+xml"/>
  <Override PartName="/ppt/notesSlides/notesSlide11.xml" ContentType="application/vnd.openxmlformats-officedocument.presentationml.notesSlide+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notesSlides/notesSlide4.xml" ContentType="application/vnd.openxmlformats-officedocument.presentationml.notesSlide+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s/slide25.xml" ContentType="application/vnd.openxmlformats-officedocument.presentationml.slide+xml"/>
  <Override PartName="/ppt/slideLayouts/slideLayout17.xml" ContentType="application/vnd.openxmlformats-officedocument.presentationml.slideLayout+xml"/>
  <Override PartName="/ppt/slides/slide21.xml" ContentType="application/vnd.openxmlformats-officedocument.presentationml.slide+xml"/>
  <Override PartName="/ppt/slides/slide7.xml" ContentType="application/vnd.openxmlformats-officedocument.presentationml.slide+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Layouts/slideLayout14.xml" ContentType="application/vnd.openxmlformats-officedocument.presentationml.slideLayout+xml"/>
  <Override PartName="/ppt/slideLayouts/slideLayout8.xml" ContentType="application/vnd.openxmlformats-officedocument.presentationml.slideLayout+xml"/>
  <Override PartName="/ppt/notesSlides/notesSlide22.xml" ContentType="application/vnd.openxmlformats-officedocument.presentationml.notesSlide+xml"/>
  <Override PartName="/ppt/slideLayouts/slideLayout5.xml" ContentType="application/vnd.openxmlformats-officedocument.presentationml.slideLayout+xml"/>
  <Override PartName="/ppt/slides/slide5.xml" ContentType="application/vnd.openxmlformats-officedocument.presentationml.slide+xml"/>
  <Override PartName="/ppt/slideLayouts/slideLayout2.xml" ContentType="application/vnd.openxmlformats-officedocument.presentationml.slideLayout+xml"/>
  <Override PartName="/ppt/slides/slide4.xml" ContentType="application/vnd.openxmlformats-officedocument.presentationml.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theme/theme4.xml" ContentType="application/vnd.openxmlformats-officedocument.theme+xml"/>
  <Override PartName="/ppt/theme/theme3.xml" ContentType="application/vnd.openxmlformats-officedocument.theme+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notesSlides/notesSlide23.xml" ContentType="application/vnd.openxmlformats-officedocument.presentationml.notesSlide+xml"/>
  <Override PartName="/ppt/theme/theme2.xml" ContentType="application/vnd.openxmlformats-officedocument.theme+xml"/>
  <Override PartName="/ppt/slideLayouts/slideLayout15.xml" ContentType="application/vnd.openxmlformats-officedocument.presentationml.slideLayout+xml"/>
  <Override PartName="/ppt/notesMasters/notesMaster1.xml" ContentType="application/vnd.openxmlformats-officedocument.presentationml.notesMaster+xml"/>
  <Override PartName="/docProps/custom.xml" ContentType="application/vnd.openxmlformats-officedocument.custom-properties+xml"/>
  <Override PartName="/ppt/slides/slide6.xml" ContentType="application/vnd.openxmlformats-officedocument.presentationml.slide+xml"/>
  <Override PartName="/ppt/notesSlides/notesSlide17.xml" ContentType="application/vnd.openxmlformats-officedocument.presentationml.notesSlide+xml"/>
  <Override PartName="/ppt/slideLayouts/slideLayout11.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Override PartName="/ppt/slides/slide16.xml" ContentType="application/vnd.openxmlformats-officedocument.presentationml.slide+xml"/>
  <Override PartName="/ppt/slideLayouts/slideLayout3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s/slide2.xml" ContentType="application/vnd.openxmlformats-officedocument.presentationml.slide+xml"/>
  <Override PartName="/ppt/slideLayouts/slideLayout35.xml" ContentType="application/vnd.openxmlformats-officedocument.presentationml.slideLayout+xml"/>
  <Override PartName="/ppt/viewProps.xml" ContentType="application/vnd.openxmlformats-officedocument.presentationml.viewProps+xml"/>
  <Override PartName="/ppt/slideLayouts/slideLayout6.xml" ContentType="application/vnd.openxmlformats-officedocument.presentationml.slideLayout+xml"/>
  <Override PartName="/ppt/presProps.xml" ContentType="application/vnd.openxmlformats-officedocument.presentationml.presProps+xml"/>
  <Override PartName="/ppt/notesSlides/notesSlide24.xml" ContentType="application/vnd.openxmlformats-officedocument.presentationml.notesSlide+xml"/>
  <Override PartName="/ppt/slideMasters/slideMaster3.xml" ContentType="application/vnd.openxmlformats-officedocument.presentationml.slideMaster+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Layouts/slideLayout18.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 id="2147483661" r:id="rId2"/>
    <p:sldMasterId id="2147483674" r:id="rId3"/>
  </p:sldMasterIdLst>
  <p:notesMasterIdLst>
    <p:notesMasterId r:id="rId34"/>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9144000" cy="51435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6"/>
          <a:sy n="0" d="2"/>
        </p:scale>
        <p:origin x="977402672" y="0"/>
      </p:cViewPr>
      <p:guideLst>
        <p:guide pos="2880"/>
        <p:guide pos="162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theme" Target="theme/theme1.xml"/><Relationship Id="rId5" Type="http://schemas.openxmlformats.org/officeDocument/2006/relationships/theme" Target="theme/theme2.xml"/><Relationship Id="rId6" Type="http://schemas.openxmlformats.org/officeDocument/2006/relationships/theme" Target="theme/theme3.xml"/><Relationship Id="rId7" Type="http://schemas.openxmlformats.org/officeDocument/2006/relationships/theme" Target="theme/theme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notesMaster" Target="notesMasters/notesMaster1.xml"/><Relationship Id="rId35" Type="http://schemas.openxmlformats.org/officeDocument/2006/relationships/presProps" Target="presProps.xml" /><Relationship Id="rId36" Type="http://schemas.openxmlformats.org/officeDocument/2006/relationships/tableStyles" Target="tableStyles.xml" /><Relationship Id="rId3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DFB9149-5649-284F-4066-63C63733F6C3}" type="slidenum">
              <a:rPr/>
              <a:t/>
            </a:fld>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054A8AD-D892-57B9-C8C5-E1961CECE72B}"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0E219D9-0306-A053-B5E5-0F691FC8DBC3}"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96E64F-E00D-4C78-CD3B-FE69865E44E4}"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10A9C0D-BBDE-FE9E-6028-FC80BE64684A}"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594E2C-9E29-0557-6975-F73BC14BB089}"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9F7C6EB-0C77-1B80-3A0D-B7C0F250F938}"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DBB113C-B1CF-2A79-89ED-E37B8C096F5F}"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C9ADE5-39FB-4760-8B3A-3A3C458FC8A7}"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F4738B-9B77-8AF1-9C82-C5995E5399E6}"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8B258BA-17DD-1A00-2651-E74FAA922626}"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8C44E86-BA4F-CDB6-11B0-03893AB42244}"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87B2996-9296-422D-564A-9E9417280177}"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88FA96A-A420-A724-0217-4A2AA889D2D3}"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988AA89-14F3-37D3-0BAF-E358D94FDE0D}"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796FDE3-2CB8-8E5B-02F3-D4AE050279BA}"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DD6B72D-37F3-6A01-0DC5-986D9CD62A23}" type="slidenum">
              <a:rPr/>
              <a:t/>
            </a:fld>
            <a:endParaRP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303844B-B662-7E3B-9E85-19D6153D21D6}" type="slidenum">
              <a:rPr/>
              <a:t/>
            </a:fld>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0C539C-59F7-8A5F-A773-5A5E1E57722C}" type="slidenum">
              <a:rPr/>
              <a:t/>
            </a:fld>
            <a:endParaRP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CC06A81-B2C3-935F-14DA-85FF02C35C1D}" type="slidenum">
              <a:rPr/>
              <a:t/>
            </a:fld>
            <a:endParaRPr/>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BBA5D80-2B83-B753-FE6E-F33B27FB1662}" type="slidenum">
              <a:rPr/>
              <a:t/>
            </a:fld>
            <a:endParaRPr/>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E73BD83-1001-FB66-8862-262C8DFF1D63}" type="slidenum">
              <a:rPr/>
              <a:t/>
            </a:fld>
            <a:endParaRPr/>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7568E00-4A31-3D07-14B4-6F8B4BF54615}" type="slidenum">
              <a:rPr/>
              <a:t/>
            </a:fld>
            <a:endParaRPr/>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2130534-3F19-0BE2-18D0-DEBE467CB7CD}" type="slidenum">
              <a:rPr/>
              <a:t/>
            </a:fld>
            <a:endParaRPr/>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076318D-9B4A-017C-B1FB-488CBD815DF3}" type="slidenum">
              <a:rPr/>
              <a:t/>
            </a:fld>
            <a:endParaRPr/>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C50EFD9-6419-4143-E025-E451F740BE0D}"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Slide">
    <p:spTree>
      <p:nvGrpSpPr>
        <p:cNvPr id="1" name=""/>
        <p:cNvGrpSpPr/>
        <p:nvPr/>
      </p:nvGrpSpPr>
      <p:grpSpPr bwMode="auto">
        <a:xfrm>
          <a:off x="0" y="0"/>
          <a:ext cx="0" cy="0"/>
          <a:chOff x="0" y="0"/>
          <a:chExt cx="0" cy="0"/>
        </a:xfrm>
      </p:grpSpPr>
      <p:sp>
        <p:nvSpPr>
          <p:cNvPr id="2" name="PlaceHolder 1"/>
          <p:cNvSpPr>
            <a:spLocks noGrp="1"/>
          </p:cNvSpPr>
          <p:nvPr>
            <p:ph type="sldNum" idx="1"/>
          </p:nvPr>
        </p:nvSpPr>
        <p:spPr bwMode="auto"/>
        <p:txBody>
          <a:bodyPr/>
          <a:p>
            <a:pPr>
              <a:defRPr/>
            </a:pPr>
            <a:fld id="{0246D19B-4334-4639-9F09-0819AE50C6B2}" type="slidenum">
              <a:rPr/>
              <a:t>&lt;#&gt;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x" userDrawn="1">
  <p:cSld name="Title Slide">
    <p:spTree>
      <p:nvGrpSpPr>
        <p:cNvPr id="1" name=""/>
        <p:cNvGrpSpPr/>
        <p:nvPr/>
      </p:nvGrpSpPr>
      <p:grpSpPr bwMode="auto">
        <a:xfrm>
          <a:off x="0" y="0"/>
          <a:ext cx="0" cy="0"/>
          <a:chOff x="0" y="0"/>
          <a:chExt cx="0" cy="0"/>
        </a:xfrm>
      </p:grpSpPr>
      <p:sp>
        <p:nvSpPr>
          <p:cNvPr id="9"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0" name="PlaceHolder 2"/>
          <p:cNvSpPr>
            <a:spLocks noGrp="1"/>
          </p:cNvSpPr>
          <p:nvPr>
            <p:ph type="subTitle"/>
          </p:nvPr>
        </p:nvSpPr>
        <p:spPr bwMode="auto">
          <a:xfrm>
            <a:off x="457200" y="1203480"/>
            <a:ext cx="8229240" cy="2982960"/>
          </a:xfrm>
          <a:prstGeom prst="rect">
            <a:avLst/>
          </a:prstGeom>
          <a:noFill/>
          <a:ln w="0">
            <a:noFill/>
          </a:ln>
        </p:spPr>
        <p:txBody>
          <a:bodyPr lIns="0" tIns="0" rIns="0" bIns="0" anchor="ctr">
            <a:noAutofit/>
          </a:bodyPr>
          <a:p>
            <a:pPr algn="ctr">
              <a:buNone/>
              <a:defRPr/>
            </a:pPr>
            <a:endParaRPr lang="en-US" sz="3200" b="0" strike="noStrike" spc="-1">
              <a:latin typeface="Arial"/>
            </a:endParaRPr>
          </a:p>
        </p:txBody>
      </p:sp>
      <p:sp>
        <p:nvSpPr>
          <p:cNvPr id="4" name="PlaceHolder 3"/>
          <p:cNvSpPr>
            <a:spLocks noGrp="1"/>
          </p:cNvSpPr>
          <p:nvPr>
            <p:ph type="sldNum" idx="1"/>
          </p:nvPr>
        </p:nvSpPr>
        <p:spPr bwMode="auto"/>
        <p:txBody>
          <a:bodyPr/>
          <a:p>
            <a:pPr>
              <a:defRPr/>
            </a:pPr>
            <a:fld id="{D31D2195-C9D5-421A-B58B-31EE604F56D1}" type="slidenum">
              <a:rPr/>
              <a:t>&lt;#&gt;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Content">
    <p:spTree>
      <p:nvGrpSpPr>
        <p:cNvPr id="1" name=""/>
        <p:cNvGrpSpPr/>
        <p:nvPr/>
      </p:nvGrpSpPr>
      <p:grpSpPr bwMode="auto">
        <a:xfrm>
          <a:off x="0" y="0"/>
          <a:ext cx="0" cy="0"/>
          <a:chOff x="0" y="0"/>
          <a:chExt cx="0" cy="0"/>
        </a:xfrm>
      </p:grpSpPr>
      <p:sp>
        <p:nvSpPr>
          <p:cNvPr id="11"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2" name="PlaceHolder 2"/>
          <p:cNvSpPr>
            <a:spLocks noGrp="1"/>
          </p:cNvSpPr>
          <p:nvPr>
            <p:ph/>
          </p:nvPr>
        </p:nvSpPr>
        <p:spPr bwMode="auto">
          <a:xfrm>
            <a:off x="457200" y="1203480"/>
            <a:ext cx="822924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4" name="PlaceHolder 3"/>
          <p:cNvSpPr>
            <a:spLocks noGrp="1"/>
          </p:cNvSpPr>
          <p:nvPr>
            <p:ph type="sldNum" idx="1"/>
          </p:nvPr>
        </p:nvSpPr>
        <p:spPr bwMode="auto"/>
        <p:txBody>
          <a:bodyPr/>
          <a:p>
            <a:pPr>
              <a:defRPr/>
            </a:pPr>
            <a:fld id="{2EC6079F-937B-4539-B0FA-321BA7F48A57}" type="slidenum">
              <a:rPr/>
              <a:t>&lt;#&gt;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itle, 2 Content">
    <p:spTree>
      <p:nvGrpSpPr>
        <p:cNvPr id="1" name=""/>
        <p:cNvGrpSpPr/>
        <p:nvPr/>
      </p:nvGrpSpPr>
      <p:grpSpPr bwMode="auto">
        <a:xfrm>
          <a:off x="0" y="0"/>
          <a:ext cx="0" cy="0"/>
          <a:chOff x="0" y="0"/>
          <a:chExt cx="0" cy="0"/>
        </a:xfrm>
      </p:grpSpPr>
      <p:sp>
        <p:nvSpPr>
          <p:cNvPr id="13"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4" name="PlaceHolder 2"/>
          <p:cNvSpPr>
            <a:spLocks noGrp="1"/>
          </p:cNvSpPr>
          <p:nvPr>
            <p:ph/>
          </p:nvPr>
        </p:nvSpPr>
        <p:spPr bwMode="auto">
          <a:xfrm>
            <a:off x="45720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5" name="PlaceHolder 3"/>
          <p:cNvSpPr>
            <a:spLocks noGrp="1"/>
          </p:cNvSpPr>
          <p:nvPr>
            <p:ph/>
          </p:nvPr>
        </p:nvSpPr>
        <p:spPr bwMode="auto">
          <a:xfrm>
            <a:off x="467424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5" name="PlaceHolder 4"/>
          <p:cNvSpPr>
            <a:spLocks noGrp="1"/>
          </p:cNvSpPr>
          <p:nvPr>
            <p:ph type="sldNum" idx="1"/>
          </p:nvPr>
        </p:nvSpPr>
        <p:spPr bwMode="auto"/>
        <p:txBody>
          <a:bodyPr/>
          <a:p>
            <a:pPr>
              <a:defRPr/>
            </a:pPr>
            <a:fld id="{6D292031-EDF4-460F-8276-14BED112F271}" type="slidenum">
              <a:rPr/>
              <a:t>&lt;#&gt;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6"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3" name="PlaceHolder 2"/>
          <p:cNvSpPr>
            <a:spLocks noGrp="1"/>
          </p:cNvSpPr>
          <p:nvPr>
            <p:ph type="sldNum" idx="1"/>
          </p:nvPr>
        </p:nvSpPr>
        <p:spPr bwMode="auto"/>
        <p:txBody>
          <a:bodyPr/>
          <a:p>
            <a:pPr>
              <a:defRPr/>
            </a:pPr>
            <a:fld id="{4C54927A-2A88-4229-A589-040FDA76A7AD}" type="slidenum">
              <a:rPr/>
              <a:t>&lt;#&gt;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nly" userDrawn="1">
  <p:cSld name="Centered Text">
    <p:spTree>
      <p:nvGrpSpPr>
        <p:cNvPr id="1" name=""/>
        <p:cNvGrpSpPr/>
        <p:nvPr/>
      </p:nvGrpSpPr>
      <p:grpSpPr bwMode="auto">
        <a:xfrm>
          <a:off x="0" y="0"/>
          <a:ext cx="0" cy="0"/>
          <a:chOff x="0" y="0"/>
          <a:chExt cx="0" cy="0"/>
        </a:xfrm>
      </p:grpSpPr>
      <p:sp>
        <p:nvSpPr>
          <p:cNvPr id="17" name="PlaceHolder 1"/>
          <p:cNvSpPr>
            <a:spLocks noGrp="1"/>
          </p:cNvSpPr>
          <p:nvPr>
            <p:ph type="subTitle"/>
          </p:nvPr>
        </p:nvSpPr>
        <p:spPr bwMode="auto">
          <a:xfrm>
            <a:off x="457200" y="205200"/>
            <a:ext cx="8229240" cy="3981240"/>
          </a:xfrm>
          <a:prstGeom prst="rect">
            <a:avLst/>
          </a:prstGeom>
          <a:noFill/>
          <a:ln w="0">
            <a:noFill/>
          </a:ln>
        </p:spPr>
        <p:txBody>
          <a:bodyPr lIns="0" tIns="0" rIns="0" bIns="0" anchor="ctr">
            <a:noAutofit/>
          </a:bodyPr>
          <a:p>
            <a:pPr algn="ctr">
              <a:buNone/>
              <a:defRPr/>
            </a:pPr>
            <a:endParaRPr lang="en-US" sz="3200" b="0" strike="noStrike" spc="-1">
              <a:latin typeface="Arial"/>
            </a:endParaRPr>
          </a:p>
        </p:txBody>
      </p:sp>
      <p:sp>
        <p:nvSpPr>
          <p:cNvPr id="3" name="PlaceHolder 2"/>
          <p:cNvSpPr>
            <a:spLocks noGrp="1"/>
          </p:cNvSpPr>
          <p:nvPr>
            <p:ph type="sldNum" idx="1"/>
          </p:nvPr>
        </p:nvSpPr>
        <p:spPr bwMode="auto"/>
        <p:txBody>
          <a:bodyPr/>
          <a:p>
            <a:pPr>
              <a:defRPr/>
            </a:pPr>
            <a:fld id="{A3B295CF-8C6E-4CAE-BF34-57EEF0B90642}" type="slidenum">
              <a:rPr/>
              <a:t>&lt;#&gt;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AndObj" userDrawn="1">
  <p:cSld name="Title, 2 Content and Content">
    <p:spTree>
      <p:nvGrpSpPr>
        <p:cNvPr id="1" name=""/>
        <p:cNvGrpSpPr/>
        <p:nvPr/>
      </p:nvGrpSpPr>
      <p:grpSpPr bwMode="auto">
        <a:xfrm>
          <a:off x="0" y="0"/>
          <a:ext cx="0" cy="0"/>
          <a:chOff x="0" y="0"/>
          <a:chExt cx="0" cy="0"/>
        </a:xfrm>
      </p:grpSpPr>
      <p:sp>
        <p:nvSpPr>
          <p:cNvPr id="18"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9" name="PlaceHolder 2"/>
          <p:cNvSpPr>
            <a:spLocks noGrp="1"/>
          </p:cNvSpPr>
          <p:nvPr>
            <p:ph/>
          </p:nvPr>
        </p:nvSpPr>
        <p:spPr bwMode="auto">
          <a:xfrm>
            <a:off x="45720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20" name="PlaceHolder 3"/>
          <p:cNvSpPr>
            <a:spLocks noGrp="1"/>
          </p:cNvSpPr>
          <p:nvPr>
            <p:ph/>
          </p:nvPr>
        </p:nvSpPr>
        <p:spPr bwMode="auto">
          <a:xfrm>
            <a:off x="467424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21" name="PlaceHolder 4"/>
          <p:cNvSpPr>
            <a:spLocks noGrp="1"/>
          </p:cNvSpPr>
          <p:nvPr>
            <p:ph/>
          </p:nvPr>
        </p:nvSpPr>
        <p:spPr bwMode="auto">
          <a:xfrm>
            <a:off x="45720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 name="PlaceHolder 5"/>
          <p:cNvSpPr>
            <a:spLocks noGrp="1"/>
          </p:cNvSpPr>
          <p:nvPr>
            <p:ph type="sldNum" idx="1"/>
          </p:nvPr>
        </p:nvSpPr>
        <p:spPr bwMode="auto"/>
        <p:txBody>
          <a:bodyPr/>
          <a:p>
            <a:pPr>
              <a:defRPr/>
            </a:pPr>
            <a:fld id="{B4C0B8EF-1385-4BDF-B050-7DCEA424F031}" type="slidenum">
              <a:rPr/>
              <a:t>&lt;#&gt;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AndTwoObj" userDrawn="1">
  <p:cSld name="Title Content and 2 Content">
    <p:spTree>
      <p:nvGrpSpPr>
        <p:cNvPr id="1" name=""/>
        <p:cNvGrpSpPr/>
        <p:nvPr/>
      </p:nvGrpSpPr>
      <p:grpSpPr bwMode="auto">
        <a:xfrm>
          <a:off x="0" y="0"/>
          <a:ext cx="0" cy="0"/>
          <a:chOff x="0" y="0"/>
          <a:chExt cx="0" cy="0"/>
        </a:xfrm>
      </p:grpSpPr>
      <p:sp>
        <p:nvSpPr>
          <p:cNvPr id="22"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23" name="PlaceHolder 2"/>
          <p:cNvSpPr>
            <a:spLocks noGrp="1"/>
          </p:cNvSpPr>
          <p:nvPr>
            <p:ph/>
          </p:nvPr>
        </p:nvSpPr>
        <p:spPr bwMode="auto">
          <a:xfrm>
            <a:off x="45720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24" name="PlaceHolder 3"/>
          <p:cNvSpPr>
            <a:spLocks noGrp="1"/>
          </p:cNvSpPr>
          <p:nvPr>
            <p:ph/>
          </p:nvPr>
        </p:nvSpPr>
        <p:spPr bwMode="auto">
          <a:xfrm>
            <a:off x="467424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25" name="PlaceHolder 4"/>
          <p:cNvSpPr>
            <a:spLocks noGrp="1"/>
          </p:cNvSpPr>
          <p:nvPr>
            <p:ph/>
          </p:nvPr>
        </p:nvSpPr>
        <p:spPr bwMode="auto">
          <a:xfrm>
            <a:off x="467424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 name="PlaceHolder 5"/>
          <p:cNvSpPr>
            <a:spLocks noGrp="1"/>
          </p:cNvSpPr>
          <p:nvPr>
            <p:ph type="sldNum" idx="1"/>
          </p:nvPr>
        </p:nvSpPr>
        <p:spPr bwMode="auto"/>
        <p:txBody>
          <a:bodyPr/>
          <a:p>
            <a:pPr>
              <a:defRPr/>
            </a:pPr>
            <a:fld id="{C10610AD-E830-4D6A-BC8E-8BFF5198E9FF}" type="slidenum">
              <a:rPr/>
              <a:t>&lt;#&gt;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OverTx" userDrawn="1">
  <p:cSld name="Title, 2 Content over Content">
    <p:spTree>
      <p:nvGrpSpPr>
        <p:cNvPr id="1" name=""/>
        <p:cNvGrpSpPr/>
        <p:nvPr/>
      </p:nvGrpSpPr>
      <p:grpSpPr bwMode="auto">
        <a:xfrm>
          <a:off x="0" y="0"/>
          <a:ext cx="0" cy="0"/>
          <a:chOff x="0" y="0"/>
          <a:chExt cx="0" cy="0"/>
        </a:xfrm>
      </p:grpSpPr>
      <p:sp>
        <p:nvSpPr>
          <p:cNvPr id="26"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27" name="PlaceHolder 2"/>
          <p:cNvSpPr>
            <a:spLocks noGrp="1"/>
          </p:cNvSpPr>
          <p:nvPr>
            <p:ph/>
          </p:nvPr>
        </p:nvSpPr>
        <p:spPr bwMode="auto">
          <a:xfrm>
            <a:off x="45720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28" name="PlaceHolder 3"/>
          <p:cNvSpPr>
            <a:spLocks noGrp="1"/>
          </p:cNvSpPr>
          <p:nvPr>
            <p:ph/>
          </p:nvPr>
        </p:nvSpPr>
        <p:spPr bwMode="auto">
          <a:xfrm>
            <a:off x="467424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29" name="PlaceHolder 4"/>
          <p:cNvSpPr>
            <a:spLocks noGrp="1"/>
          </p:cNvSpPr>
          <p:nvPr>
            <p:ph/>
          </p:nvPr>
        </p:nvSpPr>
        <p:spPr bwMode="auto">
          <a:xfrm>
            <a:off x="457200" y="2761920"/>
            <a:ext cx="822924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 name="PlaceHolder 5"/>
          <p:cNvSpPr>
            <a:spLocks noGrp="1"/>
          </p:cNvSpPr>
          <p:nvPr>
            <p:ph type="sldNum" idx="1"/>
          </p:nvPr>
        </p:nvSpPr>
        <p:spPr bwMode="auto"/>
        <p:txBody>
          <a:bodyPr/>
          <a:p>
            <a:pPr>
              <a:defRPr/>
            </a:pPr>
            <a:fld id="{7B9C5279-B01F-4ECE-8108-E9DE19B4E36F}" type="slidenum">
              <a:rPr/>
              <a:t>&lt;#&gt;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verTx" userDrawn="1">
  <p:cSld name="Title, Content over Content">
    <p:spTree>
      <p:nvGrpSpPr>
        <p:cNvPr id="1" name=""/>
        <p:cNvGrpSpPr/>
        <p:nvPr/>
      </p:nvGrpSpPr>
      <p:grpSpPr bwMode="auto">
        <a:xfrm>
          <a:off x="0" y="0"/>
          <a:ext cx="0" cy="0"/>
          <a:chOff x="0" y="0"/>
          <a:chExt cx="0" cy="0"/>
        </a:xfrm>
      </p:grpSpPr>
      <p:sp>
        <p:nvSpPr>
          <p:cNvPr id="30"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31" name="PlaceHolder 2"/>
          <p:cNvSpPr>
            <a:spLocks noGrp="1"/>
          </p:cNvSpPr>
          <p:nvPr>
            <p:ph/>
          </p:nvPr>
        </p:nvSpPr>
        <p:spPr bwMode="auto">
          <a:xfrm>
            <a:off x="457200" y="1203480"/>
            <a:ext cx="822924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32" name="PlaceHolder 3"/>
          <p:cNvSpPr>
            <a:spLocks noGrp="1"/>
          </p:cNvSpPr>
          <p:nvPr>
            <p:ph/>
          </p:nvPr>
        </p:nvSpPr>
        <p:spPr bwMode="auto">
          <a:xfrm>
            <a:off x="457200" y="2761920"/>
            <a:ext cx="822924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5" name="PlaceHolder 4"/>
          <p:cNvSpPr>
            <a:spLocks noGrp="1"/>
          </p:cNvSpPr>
          <p:nvPr>
            <p:ph type="sldNum" idx="1"/>
          </p:nvPr>
        </p:nvSpPr>
        <p:spPr bwMode="auto"/>
        <p:txBody>
          <a:bodyPr/>
          <a:p>
            <a:pPr>
              <a:defRPr/>
            </a:pPr>
            <a:fld id="{4CEC04DE-3E88-4200-8F5B-BBD139E56457}" type="slidenum">
              <a:rPr/>
              <a:t>&lt;#&gt;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fourObj" userDrawn="1">
  <p:cSld name="Title, 4 Content">
    <p:spTree>
      <p:nvGrpSpPr>
        <p:cNvPr id="1" name=""/>
        <p:cNvGrpSpPr/>
        <p:nvPr/>
      </p:nvGrpSpPr>
      <p:grpSpPr bwMode="auto">
        <a:xfrm>
          <a:off x="0" y="0"/>
          <a:ext cx="0" cy="0"/>
          <a:chOff x="0" y="0"/>
          <a:chExt cx="0" cy="0"/>
        </a:xfrm>
      </p:grpSpPr>
      <p:sp>
        <p:nvSpPr>
          <p:cNvPr id="33"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34" name="PlaceHolder 2"/>
          <p:cNvSpPr>
            <a:spLocks noGrp="1"/>
          </p:cNvSpPr>
          <p:nvPr>
            <p:ph/>
          </p:nvPr>
        </p:nvSpPr>
        <p:spPr bwMode="auto">
          <a:xfrm>
            <a:off x="45720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35" name="PlaceHolder 3"/>
          <p:cNvSpPr>
            <a:spLocks noGrp="1"/>
          </p:cNvSpPr>
          <p:nvPr>
            <p:ph/>
          </p:nvPr>
        </p:nvSpPr>
        <p:spPr bwMode="auto">
          <a:xfrm>
            <a:off x="467424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36" name="PlaceHolder 4"/>
          <p:cNvSpPr>
            <a:spLocks noGrp="1"/>
          </p:cNvSpPr>
          <p:nvPr>
            <p:ph/>
          </p:nvPr>
        </p:nvSpPr>
        <p:spPr bwMode="auto">
          <a:xfrm>
            <a:off x="45720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37" name="PlaceHolder 5"/>
          <p:cNvSpPr>
            <a:spLocks noGrp="1"/>
          </p:cNvSpPr>
          <p:nvPr>
            <p:ph/>
          </p:nvPr>
        </p:nvSpPr>
        <p:spPr bwMode="auto">
          <a:xfrm>
            <a:off x="467424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7" name="PlaceHolder 6"/>
          <p:cNvSpPr>
            <a:spLocks noGrp="1"/>
          </p:cNvSpPr>
          <p:nvPr>
            <p:ph type="sldNum" idx="1"/>
          </p:nvPr>
        </p:nvSpPr>
        <p:spPr bwMode="auto"/>
        <p:txBody>
          <a:bodyPr/>
          <a:p>
            <a:pPr>
              <a:defRPr/>
            </a:pPr>
            <a:fld id="{C355154E-0B3E-4AC3-ABDA-BA176504DAB4}" type="slidenum">
              <a:rPr/>
              <a:t>&lt;#&gt;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Title, 6 Content">
    <p:spTree>
      <p:nvGrpSpPr>
        <p:cNvPr id="1" name=""/>
        <p:cNvGrpSpPr/>
        <p:nvPr/>
      </p:nvGrpSpPr>
      <p:grpSpPr bwMode="auto">
        <a:xfrm>
          <a:off x="0" y="0"/>
          <a:ext cx="0" cy="0"/>
          <a:chOff x="0" y="0"/>
          <a:chExt cx="0" cy="0"/>
        </a:xfrm>
      </p:grpSpPr>
      <p:sp>
        <p:nvSpPr>
          <p:cNvPr id="38"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39" name="PlaceHolder 2"/>
          <p:cNvSpPr>
            <a:spLocks noGrp="1"/>
          </p:cNvSpPr>
          <p:nvPr>
            <p:ph/>
          </p:nvPr>
        </p:nvSpPr>
        <p:spPr bwMode="auto">
          <a:xfrm>
            <a:off x="457200" y="120348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40" name="PlaceHolder 3"/>
          <p:cNvSpPr>
            <a:spLocks noGrp="1"/>
          </p:cNvSpPr>
          <p:nvPr>
            <p:ph/>
          </p:nvPr>
        </p:nvSpPr>
        <p:spPr bwMode="auto">
          <a:xfrm>
            <a:off x="3239640" y="120348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41" name="PlaceHolder 4"/>
          <p:cNvSpPr>
            <a:spLocks noGrp="1"/>
          </p:cNvSpPr>
          <p:nvPr>
            <p:ph/>
          </p:nvPr>
        </p:nvSpPr>
        <p:spPr bwMode="auto">
          <a:xfrm>
            <a:off x="6022080" y="120348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42" name="PlaceHolder 5"/>
          <p:cNvSpPr>
            <a:spLocks noGrp="1"/>
          </p:cNvSpPr>
          <p:nvPr>
            <p:ph/>
          </p:nvPr>
        </p:nvSpPr>
        <p:spPr bwMode="auto">
          <a:xfrm>
            <a:off x="457200" y="276192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43" name="PlaceHolder 6"/>
          <p:cNvSpPr>
            <a:spLocks noGrp="1"/>
          </p:cNvSpPr>
          <p:nvPr>
            <p:ph/>
          </p:nvPr>
        </p:nvSpPr>
        <p:spPr bwMode="auto">
          <a:xfrm>
            <a:off x="3239640" y="276192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44" name="PlaceHolder 7"/>
          <p:cNvSpPr>
            <a:spLocks noGrp="1"/>
          </p:cNvSpPr>
          <p:nvPr>
            <p:ph/>
          </p:nvPr>
        </p:nvSpPr>
        <p:spPr bwMode="auto">
          <a:xfrm>
            <a:off x="6022080" y="276192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9" name="PlaceHolder 8"/>
          <p:cNvSpPr>
            <a:spLocks noGrp="1"/>
          </p:cNvSpPr>
          <p:nvPr>
            <p:ph type="sldNum" idx="1"/>
          </p:nvPr>
        </p:nvSpPr>
        <p:spPr bwMode="auto"/>
        <p:txBody>
          <a:bodyPr/>
          <a:p>
            <a:pPr>
              <a:defRPr/>
            </a:pPr>
            <a:fld id="{12E8D1D7-38A6-43DD-A7B2-BB5C2D92531B}" type="slidenum">
              <a:rPr/>
              <a:t>&lt;#&gt;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Slide">
    <p:spTree>
      <p:nvGrpSpPr>
        <p:cNvPr id="1" name=""/>
        <p:cNvGrpSpPr/>
        <p:nvPr/>
      </p:nvGrpSpPr>
      <p:grpSpPr bwMode="auto">
        <a:xfrm>
          <a:off x="0" y="0"/>
          <a:ext cx="0" cy="0"/>
          <a:chOff x="0" y="0"/>
          <a:chExt cx="0" cy="0"/>
        </a:xfrm>
      </p:grpSpPr>
      <p:sp>
        <p:nvSpPr>
          <p:cNvPr id="2" name="PlaceHolder 1"/>
          <p:cNvSpPr>
            <a:spLocks noGrp="1"/>
          </p:cNvSpPr>
          <p:nvPr>
            <p:ph type="sldNum" idx="2"/>
          </p:nvPr>
        </p:nvSpPr>
        <p:spPr bwMode="auto"/>
        <p:txBody>
          <a:bodyPr/>
          <a:p>
            <a:pPr>
              <a:defRPr/>
            </a:pPr>
            <a:fld id="{51DE69B3-A90C-42A5-AFC1-30D1B16115D9}" type="slidenum">
              <a:rPr/>
              <a:t>&lt;#&gt;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x" userDrawn="1">
  <p:cSld name="Title Slide">
    <p:spTree>
      <p:nvGrpSpPr>
        <p:cNvPr id="1" name=""/>
        <p:cNvGrpSpPr/>
        <p:nvPr/>
      </p:nvGrpSpPr>
      <p:grpSpPr bwMode="auto">
        <a:xfrm>
          <a:off x="0" y="0"/>
          <a:ext cx="0" cy="0"/>
          <a:chOff x="0" y="0"/>
          <a:chExt cx="0" cy="0"/>
        </a:xfrm>
      </p:grpSpPr>
      <p:sp>
        <p:nvSpPr>
          <p:cNvPr id="51"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52" name="PlaceHolder 2"/>
          <p:cNvSpPr>
            <a:spLocks noGrp="1"/>
          </p:cNvSpPr>
          <p:nvPr>
            <p:ph type="subTitle"/>
          </p:nvPr>
        </p:nvSpPr>
        <p:spPr bwMode="auto">
          <a:xfrm>
            <a:off x="457200" y="1203480"/>
            <a:ext cx="8229240" cy="2982960"/>
          </a:xfrm>
          <a:prstGeom prst="rect">
            <a:avLst/>
          </a:prstGeom>
          <a:noFill/>
          <a:ln w="0">
            <a:noFill/>
          </a:ln>
        </p:spPr>
        <p:txBody>
          <a:bodyPr lIns="0" tIns="0" rIns="0" bIns="0" anchor="ctr">
            <a:noAutofit/>
          </a:bodyPr>
          <a:p>
            <a:pPr algn="ctr">
              <a:buNone/>
              <a:defRPr/>
            </a:pPr>
            <a:endParaRPr lang="en-US" sz="3200" b="0" strike="noStrike" spc="-1">
              <a:latin typeface="Arial"/>
            </a:endParaRPr>
          </a:p>
        </p:txBody>
      </p:sp>
      <p:sp>
        <p:nvSpPr>
          <p:cNvPr id="4" name="PlaceHolder 3"/>
          <p:cNvSpPr>
            <a:spLocks noGrp="1"/>
          </p:cNvSpPr>
          <p:nvPr>
            <p:ph type="sldNum" idx="2"/>
          </p:nvPr>
        </p:nvSpPr>
        <p:spPr bwMode="auto"/>
        <p:txBody>
          <a:bodyPr/>
          <a:p>
            <a:pPr>
              <a:defRPr/>
            </a:pPr>
            <a:fld id="{BB648B4F-70E9-431B-8636-3914CBA6881D}" type="slidenum">
              <a:rPr/>
              <a:t>&lt;#&gt;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Content">
    <p:spTree>
      <p:nvGrpSpPr>
        <p:cNvPr id="1" name=""/>
        <p:cNvGrpSpPr/>
        <p:nvPr/>
      </p:nvGrpSpPr>
      <p:grpSpPr bwMode="auto">
        <a:xfrm>
          <a:off x="0" y="0"/>
          <a:ext cx="0" cy="0"/>
          <a:chOff x="0" y="0"/>
          <a:chExt cx="0" cy="0"/>
        </a:xfrm>
      </p:grpSpPr>
      <p:sp>
        <p:nvSpPr>
          <p:cNvPr id="53"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54" name="PlaceHolder 2"/>
          <p:cNvSpPr>
            <a:spLocks noGrp="1"/>
          </p:cNvSpPr>
          <p:nvPr>
            <p:ph/>
          </p:nvPr>
        </p:nvSpPr>
        <p:spPr bwMode="auto">
          <a:xfrm>
            <a:off x="457200" y="1203480"/>
            <a:ext cx="822924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4" name="PlaceHolder 3"/>
          <p:cNvSpPr>
            <a:spLocks noGrp="1"/>
          </p:cNvSpPr>
          <p:nvPr>
            <p:ph type="sldNum" idx="2"/>
          </p:nvPr>
        </p:nvSpPr>
        <p:spPr bwMode="auto"/>
        <p:txBody>
          <a:bodyPr/>
          <a:p>
            <a:pPr>
              <a:defRPr/>
            </a:pPr>
            <a:fld id="{4257A2DF-4B7F-47C5-85B5-5499FB24AFD1}" type="slidenum">
              <a:rPr/>
              <a:t>&lt;#&gt;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itle, 2 Content">
    <p:spTree>
      <p:nvGrpSpPr>
        <p:cNvPr id="1" name=""/>
        <p:cNvGrpSpPr/>
        <p:nvPr/>
      </p:nvGrpSpPr>
      <p:grpSpPr bwMode="auto">
        <a:xfrm>
          <a:off x="0" y="0"/>
          <a:ext cx="0" cy="0"/>
          <a:chOff x="0" y="0"/>
          <a:chExt cx="0" cy="0"/>
        </a:xfrm>
      </p:grpSpPr>
      <p:sp>
        <p:nvSpPr>
          <p:cNvPr id="55"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56" name="PlaceHolder 2"/>
          <p:cNvSpPr>
            <a:spLocks noGrp="1"/>
          </p:cNvSpPr>
          <p:nvPr>
            <p:ph/>
          </p:nvPr>
        </p:nvSpPr>
        <p:spPr bwMode="auto">
          <a:xfrm>
            <a:off x="45720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57" name="PlaceHolder 3"/>
          <p:cNvSpPr>
            <a:spLocks noGrp="1"/>
          </p:cNvSpPr>
          <p:nvPr>
            <p:ph/>
          </p:nvPr>
        </p:nvSpPr>
        <p:spPr bwMode="auto">
          <a:xfrm>
            <a:off x="467424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5" name="PlaceHolder 4"/>
          <p:cNvSpPr>
            <a:spLocks noGrp="1"/>
          </p:cNvSpPr>
          <p:nvPr>
            <p:ph type="sldNum" idx="2"/>
          </p:nvPr>
        </p:nvSpPr>
        <p:spPr bwMode="auto"/>
        <p:txBody>
          <a:bodyPr/>
          <a:p>
            <a:pPr>
              <a:defRPr/>
            </a:pPr>
            <a:fld id="{F2E8C1DF-FF43-4414-A279-76E572D3D837}" type="slidenum">
              <a:rPr/>
              <a:t>&lt;#&gt;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58"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3" name="PlaceHolder 2"/>
          <p:cNvSpPr>
            <a:spLocks noGrp="1"/>
          </p:cNvSpPr>
          <p:nvPr>
            <p:ph type="sldNum" idx="2"/>
          </p:nvPr>
        </p:nvSpPr>
        <p:spPr bwMode="auto"/>
        <p:txBody>
          <a:bodyPr/>
          <a:p>
            <a:pPr>
              <a:defRPr/>
            </a:pPr>
            <a:fld id="{2137ADD1-0D5E-41F4-8521-BA773358BDCA}" type="slidenum">
              <a:rPr/>
              <a:t>&lt;#&gt;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nly" userDrawn="1">
  <p:cSld name="Centered Text">
    <p:spTree>
      <p:nvGrpSpPr>
        <p:cNvPr id="1" name=""/>
        <p:cNvGrpSpPr/>
        <p:nvPr/>
      </p:nvGrpSpPr>
      <p:grpSpPr bwMode="auto">
        <a:xfrm>
          <a:off x="0" y="0"/>
          <a:ext cx="0" cy="0"/>
          <a:chOff x="0" y="0"/>
          <a:chExt cx="0" cy="0"/>
        </a:xfrm>
      </p:grpSpPr>
      <p:sp>
        <p:nvSpPr>
          <p:cNvPr id="59" name="PlaceHolder 1"/>
          <p:cNvSpPr>
            <a:spLocks noGrp="1"/>
          </p:cNvSpPr>
          <p:nvPr>
            <p:ph type="subTitle"/>
          </p:nvPr>
        </p:nvSpPr>
        <p:spPr bwMode="auto">
          <a:xfrm>
            <a:off x="457200" y="205200"/>
            <a:ext cx="8229240" cy="3981240"/>
          </a:xfrm>
          <a:prstGeom prst="rect">
            <a:avLst/>
          </a:prstGeom>
          <a:noFill/>
          <a:ln w="0">
            <a:noFill/>
          </a:ln>
        </p:spPr>
        <p:txBody>
          <a:bodyPr lIns="0" tIns="0" rIns="0" bIns="0" anchor="ctr">
            <a:noAutofit/>
          </a:bodyPr>
          <a:p>
            <a:pPr algn="ctr">
              <a:buNone/>
              <a:defRPr/>
            </a:pPr>
            <a:endParaRPr lang="en-US" sz="3200" b="0" strike="noStrike" spc="-1">
              <a:latin typeface="Arial"/>
            </a:endParaRPr>
          </a:p>
        </p:txBody>
      </p:sp>
      <p:sp>
        <p:nvSpPr>
          <p:cNvPr id="3" name="PlaceHolder 2"/>
          <p:cNvSpPr>
            <a:spLocks noGrp="1"/>
          </p:cNvSpPr>
          <p:nvPr>
            <p:ph type="sldNum" idx="2"/>
          </p:nvPr>
        </p:nvSpPr>
        <p:spPr bwMode="auto"/>
        <p:txBody>
          <a:bodyPr/>
          <a:p>
            <a:pPr>
              <a:defRPr/>
            </a:pPr>
            <a:fld id="{9A79876C-C0A3-4B96-99FD-C7DCDEAB860F}" type="slidenum">
              <a:rPr/>
              <a:t>&lt;#&gt;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AndObj" userDrawn="1">
  <p:cSld name="Title, 2 Content and Content">
    <p:spTree>
      <p:nvGrpSpPr>
        <p:cNvPr id="1" name=""/>
        <p:cNvGrpSpPr/>
        <p:nvPr/>
      </p:nvGrpSpPr>
      <p:grpSpPr bwMode="auto">
        <a:xfrm>
          <a:off x="0" y="0"/>
          <a:ext cx="0" cy="0"/>
          <a:chOff x="0" y="0"/>
          <a:chExt cx="0" cy="0"/>
        </a:xfrm>
      </p:grpSpPr>
      <p:sp>
        <p:nvSpPr>
          <p:cNvPr id="60"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61" name="PlaceHolder 2"/>
          <p:cNvSpPr>
            <a:spLocks noGrp="1"/>
          </p:cNvSpPr>
          <p:nvPr>
            <p:ph/>
          </p:nvPr>
        </p:nvSpPr>
        <p:spPr bwMode="auto">
          <a:xfrm>
            <a:off x="45720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2" name="PlaceHolder 3"/>
          <p:cNvSpPr>
            <a:spLocks noGrp="1"/>
          </p:cNvSpPr>
          <p:nvPr>
            <p:ph/>
          </p:nvPr>
        </p:nvSpPr>
        <p:spPr bwMode="auto">
          <a:xfrm>
            <a:off x="467424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3" name="PlaceHolder 4"/>
          <p:cNvSpPr>
            <a:spLocks noGrp="1"/>
          </p:cNvSpPr>
          <p:nvPr>
            <p:ph/>
          </p:nvPr>
        </p:nvSpPr>
        <p:spPr bwMode="auto">
          <a:xfrm>
            <a:off x="45720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 name="PlaceHolder 5"/>
          <p:cNvSpPr>
            <a:spLocks noGrp="1"/>
          </p:cNvSpPr>
          <p:nvPr>
            <p:ph type="sldNum" idx="2"/>
          </p:nvPr>
        </p:nvSpPr>
        <p:spPr bwMode="auto"/>
        <p:txBody>
          <a:bodyPr/>
          <a:p>
            <a:pPr>
              <a:defRPr/>
            </a:pPr>
            <a:fld id="{2D15EDF9-B94D-4F2F-AE53-8189A1937E11}" type="slidenum">
              <a:rPr/>
              <a:t>&lt;#&gt;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AndTwoObj" userDrawn="1">
  <p:cSld name="Title Content and 2 Content">
    <p:spTree>
      <p:nvGrpSpPr>
        <p:cNvPr id="1" name=""/>
        <p:cNvGrpSpPr/>
        <p:nvPr/>
      </p:nvGrpSpPr>
      <p:grpSpPr bwMode="auto">
        <a:xfrm>
          <a:off x="0" y="0"/>
          <a:ext cx="0" cy="0"/>
          <a:chOff x="0" y="0"/>
          <a:chExt cx="0" cy="0"/>
        </a:xfrm>
      </p:grpSpPr>
      <p:sp>
        <p:nvSpPr>
          <p:cNvPr id="64"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65" name="PlaceHolder 2"/>
          <p:cNvSpPr>
            <a:spLocks noGrp="1"/>
          </p:cNvSpPr>
          <p:nvPr>
            <p:ph/>
          </p:nvPr>
        </p:nvSpPr>
        <p:spPr bwMode="auto">
          <a:xfrm>
            <a:off x="45720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6" name="PlaceHolder 3"/>
          <p:cNvSpPr>
            <a:spLocks noGrp="1"/>
          </p:cNvSpPr>
          <p:nvPr>
            <p:ph/>
          </p:nvPr>
        </p:nvSpPr>
        <p:spPr bwMode="auto">
          <a:xfrm>
            <a:off x="467424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7" name="PlaceHolder 4"/>
          <p:cNvSpPr>
            <a:spLocks noGrp="1"/>
          </p:cNvSpPr>
          <p:nvPr>
            <p:ph/>
          </p:nvPr>
        </p:nvSpPr>
        <p:spPr bwMode="auto">
          <a:xfrm>
            <a:off x="467424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 name="PlaceHolder 5"/>
          <p:cNvSpPr>
            <a:spLocks noGrp="1"/>
          </p:cNvSpPr>
          <p:nvPr>
            <p:ph type="sldNum" idx="2"/>
          </p:nvPr>
        </p:nvSpPr>
        <p:spPr bwMode="auto"/>
        <p:txBody>
          <a:bodyPr/>
          <a:p>
            <a:pPr>
              <a:defRPr/>
            </a:pPr>
            <a:fld id="{84903AD7-9797-4377-AC91-4DD0A39D6BF0}" type="slidenum">
              <a:rPr/>
              <a:t>&lt;#&gt;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OverTx" userDrawn="1">
  <p:cSld name="Title, 2 Content over Content">
    <p:spTree>
      <p:nvGrpSpPr>
        <p:cNvPr id="1" name=""/>
        <p:cNvGrpSpPr/>
        <p:nvPr/>
      </p:nvGrpSpPr>
      <p:grpSpPr bwMode="auto">
        <a:xfrm>
          <a:off x="0" y="0"/>
          <a:ext cx="0" cy="0"/>
          <a:chOff x="0" y="0"/>
          <a:chExt cx="0" cy="0"/>
        </a:xfrm>
      </p:grpSpPr>
      <p:sp>
        <p:nvSpPr>
          <p:cNvPr id="68"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69" name="PlaceHolder 2"/>
          <p:cNvSpPr>
            <a:spLocks noGrp="1"/>
          </p:cNvSpPr>
          <p:nvPr>
            <p:ph/>
          </p:nvPr>
        </p:nvSpPr>
        <p:spPr bwMode="auto">
          <a:xfrm>
            <a:off x="45720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70" name="PlaceHolder 3"/>
          <p:cNvSpPr>
            <a:spLocks noGrp="1"/>
          </p:cNvSpPr>
          <p:nvPr>
            <p:ph/>
          </p:nvPr>
        </p:nvSpPr>
        <p:spPr bwMode="auto">
          <a:xfrm>
            <a:off x="467424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71" name="PlaceHolder 4"/>
          <p:cNvSpPr>
            <a:spLocks noGrp="1"/>
          </p:cNvSpPr>
          <p:nvPr>
            <p:ph/>
          </p:nvPr>
        </p:nvSpPr>
        <p:spPr bwMode="auto">
          <a:xfrm>
            <a:off x="457200" y="2761920"/>
            <a:ext cx="822924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 name="PlaceHolder 5"/>
          <p:cNvSpPr>
            <a:spLocks noGrp="1"/>
          </p:cNvSpPr>
          <p:nvPr>
            <p:ph type="sldNum" idx="2"/>
          </p:nvPr>
        </p:nvSpPr>
        <p:spPr bwMode="auto"/>
        <p:txBody>
          <a:bodyPr/>
          <a:p>
            <a:pPr>
              <a:defRPr/>
            </a:pPr>
            <a:fld id="{2590A242-401E-4511-B390-B3D98441B81B}" type="slidenum">
              <a:rPr/>
              <a:t>&lt;#&gt;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verTx" userDrawn="1">
  <p:cSld name="Title, Content over Content">
    <p:spTree>
      <p:nvGrpSpPr>
        <p:cNvPr id="1" name=""/>
        <p:cNvGrpSpPr/>
        <p:nvPr/>
      </p:nvGrpSpPr>
      <p:grpSpPr bwMode="auto">
        <a:xfrm>
          <a:off x="0" y="0"/>
          <a:ext cx="0" cy="0"/>
          <a:chOff x="0" y="0"/>
          <a:chExt cx="0" cy="0"/>
        </a:xfrm>
      </p:grpSpPr>
      <p:sp>
        <p:nvSpPr>
          <p:cNvPr id="72"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73" name="PlaceHolder 2"/>
          <p:cNvSpPr>
            <a:spLocks noGrp="1"/>
          </p:cNvSpPr>
          <p:nvPr>
            <p:ph/>
          </p:nvPr>
        </p:nvSpPr>
        <p:spPr bwMode="auto">
          <a:xfrm>
            <a:off x="457200" y="1203480"/>
            <a:ext cx="822924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74" name="PlaceHolder 3"/>
          <p:cNvSpPr>
            <a:spLocks noGrp="1"/>
          </p:cNvSpPr>
          <p:nvPr>
            <p:ph/>
          </p:nvPr>
        </p:nvSpPr>
        <p:spPr bwMode="auto">
          <a:xfrm>
            <a:off x="457200" y="2761920"/>
            <a:ext cx="822924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5" name="PlaceHolder 4"/>
          <p:cNvSpPr>
            <a:spLocks noGrp="1"/>
          </p:cNvSpPr>
          <p:nvPr>
            <p:ph type="sldNum" idx="2"/>
          </p:nvPr>
        </p:nvSpPr>
        <p:spPr bwMode="auto"/>
        <p:txBody>
          <a:bodyPr/>
          <a:p>
            <a:pPr>
              <a:defRPr/>
            </a:pPr>
            <a:fld id="{96BF3D4F-D885-40EA-B625-5D37D24AA8FD}" type="slidenum">
              <a:rPr/>
              <a:t>&lt;#&gt;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fourObj" userDrawn="1">
  <p:cSld name="Title, 4 Content">
    <p:spTree>
      <p:nvGrpSpPr>
        <p:cNvPr id="1" name=""/>
        <p:cNvGrpSpPr/>
        <p:nvPr/>
      </p:nvGrpSpPr>
      <p:grpSpPr bwMode="auto">
        <a:xfrm>
          <a:off x="0" y="0"/>
          <a:ext cx="0" cy="0"/>
          <a:chOff x="0" y="0"/>
          <a:chExt cx="0" cy="0"/>
        </a:xfrm>
      </p:grpSpPr>
      <p:sp>
        <p:nvSpPr>
          <p:cNvPr id="75"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76" name="PlaceHolder 2"/>
          <p:cNvSpPr>
            <a:spLocks noGrp="1"/>
          </p:cNvSpPr>
          <p:nvPr>
            <p:ph/>
          </p:nvPr>
        </p:nvSpPr>
        <p:spPr bwMode="auto">
          <a:xfrm>
            <a:off x="45720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77" name="PlaceHolder 3"/>
          <p:cNvSpPr>
            <a:spLocks noGrp="1"/>
          </p:cNvSpPr>
          <p:nvPr>
            <p:ph/>
          </p:nvPr>
        </p:nvSpPr>
        <p:spPr bwMode="auto">
          <a:xfrm>
            <a:off x="467424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78" name="PlaceHolder 4"/>
          <p:cNvSpPr>
            <a:spLocks noGrp="1"/>
          </p:cNvSpPr>
          <p:nvPr>
            <p:ph/>
          </p:nvPr>
        </p:nvSpPr>
        <p:spPr bwMode="auto">
          <a:xfrm>
            <a:off x="45720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79" name="PlaceHolder 5"/>
          <p:cNvSpPr>
            <a:spLocks noGrp="1"/>
          </p:cNvSpPr>
          <p:nvPr>
            <p:ph/>
          </p:nvPr>
        </p:nvSpPr>
        <p:spPr bwMode="auto">
          <a:xfrm>
            <a:off x="467424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7" name="PlaceHolder 6"/>
          <p:cNvSpPr>
            <a:spLocks noGrp="1"/>
          </p:cNvSpPr>
          <p:nvPr>
            <p:ph type="sldNum" idx="2"/>
          </p:nvPr>
        </p:nvSpPr>
        <p:spPr bwMode="auto"/>
        <p:txBody>
          <a:bodyPr/>
          <a:p>
            <a:pPr>
              <a:defRPr/>
            </a:pPr>
            <a:fld id="{2558BB18-2845-4AA7-8296-5BF3FCDAE37F}" type="slidenum">
              <a:rPr/>
              <a:t>&lt;#&gt;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Title, 6 Content">
    <p:spTree>
      <p:nvGrpSpPr>
        <p:cNvPr id="1" name=""/>
        <p:cNvGrpSpPr/>
        <p:nvPr/>
      </p:nvGrpSpPr>
      <p:grpSpPr bwMode="auto">
        <a:xfrm>
          <a:off x="0" y="0"/>
          <a:ext cx="0" cy="0"/>
          <a:chOff x="0" y="0"/>
          <a:chExt cx="0" cy="0"/>
        </a:xfrm>
      </p:grpSpPr>
      <p:sp>
        <p:nvSpPr>
          <p:cNvPr id="80"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81" name="PlaceHolder 2"/>
          <p:cNvSpPr>
            <a:spLocks noGrp="1"/>
          </p:cNvSpPr>
          <p:nvPr>
            <p:ph/>
          </p:nvPr>
        </p:nvSpPr>
        <p:spPr bwMode="auto">
          <a:xfrm>
            <a:off x="457200" y="120348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82" name="PlaceHolder 3"/>
          <p:cNvSpPr>
            <a:spLocks noGrp="1"/>
          </p:cNvSpPr>
          <p:nvPr>
            <p:ph/>
          </p:nvPr>
        </p:nvSpPr>
        <p:spPr bwMode="auto">
          <a:xfrm>
            <a:off x="3239640" y="120348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83" name="PlaceHolder 4"/>
          <p:cNvSpPr>
            <a:spLocks noGrp="1"/>
          </p:cNvSpPr>
          <p:nvPr>
            <p:ph/>
          </p:nvPr>
        </p:nvSpPr>
        <p:spPr bwMode="auto">
          <a:xfrm>
            <a:off x="6022080" y="120348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84" name="PlaceHolder 5"/>
          <p:cNvSpPr>
            <a:spLocks noGrp="1"/>
          </p:cNvSpPr>
          <p:nvPr>
            <p:ph/>
          </p:nvPr>
        </p:nvSpPr>
        <p:spPr bwMode="auto">
          <a:xfrm>
            <a:off x="457200" y="276192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85" name="PlaceHolder 6"/>
          <p:cNvSpPr>
            <a:spLocks noGrp="1"/>
          </p:cNvSpPr>
          <p:nvPr>
            <p:ph/>
          </p:nvPr>
        </p:nvSpPr>
        <p:spPr bwMode="auto">
          <a:xfrm>
            <a:off x="3239640" y="276192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86" name="PlaceHolder 7"/>
          <p:cNvSpPr>
            <a:spLocks noGrp="1"/>
          </p:cNvSpPr>
          <p:nvPr>
            <p:ph/>
          </p:nvPr>
        </p:nvSpPr>
        <p:spPr bwMode="auto">
          <a:xfrm>
            <a:off x="6022080" y="276192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9" name="PlaceHolder 8"/>
          <p:cNvSpPr>
            <a:spLocks noGrp="1"/>
          </p:cNvSpPr>
          <p:nvPr>
            <p:ph type="sldNum" idx="2"/>
          </p:nvPr>
        </p:nvSpPr>
        <p:spPr bwMode="auto"/>
        <p:txBody>
          <a:bodyPr/>
          <a:p>
            <a:pPr>
              <a:defRPr/>
            </a:pPr>
            <a:fld id="{A7013B7A-0A1E-48A5-9164-71F8379DFB8A}" type="slidenum">
              <a:rPr/>
              <a:t>&lt;#&gt;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Slide">
    <p:spTree>
      <p:nvGrpSpPr>
        <p:cNvPr id="1" name=""/>
        <p:cNvGrpSpPr/>
        <p:nvPr/>
      </p:nvGrpSpPr>
      <p:grpSpPr bwMode="auto">
        <a:xfrm>
          <a:off x="0" y="0"/>
          <a:ext cx="0" cy="0"/>
          <a:chOff x="0" y="0"/>
          <a:chExt cx="0" cy="0"/>
        </a:xfrm>
      </p:grpSpPr>
      <p:sp>
        <p:nvSpPr>
          <p:cNvPr id="2" name="PlaceHolder 1"/>
          <p:cNvSpPr>
            <a:spLocks noGrp="1"/>
          </p:cNvSpPr>
          <p:nvPr>
            <p:ph type="sldNum" idx="3"/>
          </p:nvPr>
        </p:nvSpPr>
        <p:spPr bwMode="auto"/>
        <p:txBody>
          <a:bodyPr/>
          <a:p>
            <a:pPr>
              <a:defRPr/>
            </a:pPr>
            <a:fld id="{2BE0C24C-9E62-4555-B413-A2B72E4ED755}" type="slidenum">
              <a:rPr/>
              <a:t>&lt;#&gt;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x" userDrawn="1">
  <p:cSld name="Title Slide">
    <p:spTree>
      <p:nvGrpSpPr>
        <p:cNvPr id="1" name=""/>
        <p:cNvGrpSpPr/>
        <p:nvPr/>
      </p:nvGrpSpPr>
      <p:grpSpPr bwMode="auto">
        <a:xfrm>
          <a:off x="0" y="0"/>
          <a:ext cx="0" cy="0"/>
          <a:chOff x="0" y="0"/>
          <a:chExt cx="0" cy="0"/>
        </a:xfrm>
      </p:grpSpPr>
      <p:sp>
        <p:nvSpPr>
          <p:cNvPr id="109"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10" name="PlaceHolder 2"/>
          <p:cNvSpPr>
            <a:spLocks noGrp="1"/>
          </p:cNvSpPr>
          <p:nvPr>
            <p:ph type="subTitle"/>
          </p:nvPr>
        </p:nvSpPr>
        <p:spPr bwMode="auto">
          <a:xfrm>
            <a:off x="457200" y="1203480"/>
            <a:ext cx="8229240" cy="2982960"/>
          </a:xfrm>
          <a:prstGeom prst="rect">
            <a:avLst/>
          </a:prstGeom>
          <a:noFill/>
          <a:ln w="0">
            <a:noFill/>
          </a:ln>
        </p:spPr>
        <p:txBody>
          <a:bodyPr lIns="0" tIns="0" rIns="0" bIns="0" anchor="ctr">
            <a:noAutofit/>
          </a:bodyPr>
          <a:p>
            <a:pPr algn="ctr">
              <a:buNone/>
              <a:defRPr/>
            </a:pPr>
            <a:endParaRPr lang="en-US" sz="3200" b="0" strike="noStrike" spc="-1">
              <a:latin typeface="Arial"/>
            </a:endParaRPr>
          </a:p>
        </p:txBody>
      </p:sp>
      <p:sp>
        <p:nvSpPr>
          <p:cNvPr id="4" name="PlaceHolder 3"/>
          <p:cNvSpPr>
            <a:spLocks noGrp="1"/>
          </p:cNvSpPr>
          <p:nvPr>
            <p:ph type="sldNum" idx="3"/>
          </p:nvPr>
        </p:nvSpPr>
        <p:spPr bwMode="auto"/>
        <p:txBody>
          <a:bodyPr/>
          <a:p>
            <a:pPr>
              <a:defRPr/>
            </a:pPr>
            <a:fld id="{F1A5379A-EBB4-4F1D-9EF5-218A105F9193}" type="slidenum">
              <a:rPr/>
              <a:t>&lt;#&gt;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Content">
    <p:spTree>
      <p:nvGrpSpPr>
        <p:cNvPr id="1" name=""/>
        <p:cNvGrpSpPr/>
        <p:nvPr/>
      </p:nvGrpSpPr>
      <p:grpSpPr bwMode="auto">
        <a:xfrm>
          <a:off x="0" y="0"/>
          <a:ext cx="0" cy="0"/>
          <a:chOff x="0" y="0"/>
          <a:chExt cx="0" cy="0"/>
        </a:xfrm>
      </p:grpSpPr>
      <p:sp>
        <p:nvSpPr>
          <p:cNvPr id="111"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12" name="PlaceHolder 2"/>
          <p:cNvSpPr>
            <a:spLocks noGrp="1"/>
          </p:cNvSpPr>
          <p:nvPr>
            <p:ph/>
          </p:nvPr>
        </p:nvSpPr>
        <p:spPr bwMode="auto">
          <a:xfrm>
            <a:off x="457200" y="1203480"/>
            <a:ext cx="822924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4" name="PlaceHolder 3"/>
          <p:cNvSpPr>
            <a:spLocks noGrp="1"/>
          </p:cNvSpPr>
          <p:nvPr>
            <p:ph type="sldNum" idx="3"/>
          </p:nvPr>
        </p:nvSpPr>
        <p:spPr bwMode="auto"/>
        <p:txBody>
          <a:bodyPr/>
          <a:p>
            <a:pPr>
              <a:defRPr/>
            </a:pPr>
            <a:fld id="{534EAEE2-4ED8-4CF7-88F0-04ABE7CFC0EF}" type="slidenum">
              <a:rPr/>
              <a:t>&lt;#&gt;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itle, 2 Content">
    <p:spTree>
      <p:nvGrpSpPr>
        <p:cNvPr id="1" name=""/>
        <p:cNvGrpSpPr/>
        <p:nvPr/>
      </p:nvGrpSpPr>
      <p:grpSpPr bwMode="auto">
        <a:xfrm>
          <a:off x="0" y="0"/>
          <a:ext cx="0" cy="0"/>
          <a:chOff x="0" y="0"/>
          <a:chExt cx="0" cy="0"/>
        </a:xfrm>
      </p:grpSpPr>
      <p:sp>
        <p:nvSpPr>
          <p:cNvPr id="113"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14" name="PlaceHolder 2"/>
          <p:cNvSpPr>
            <a:spLocks noGrp="1"/>
          </p:cNvSpPr>
          <p:nvPr>
            <p:ph/>
          </p:nvPr>
        </p:nvSpPr>
        <p:spPr bwMode="auto">
          <a:xfrm>
            <a:off x="45720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15" name="PlaceHolder 3"/>
          <p:cNvSpPr>
            <a:spLocks noGrp="1"/>
          </p:cNvSpPr>
          <p:nvPr>
            <p:ph/>
          </p:nvPr>
        </p:nvSpPr>
        <p:spPr bwMode="auto">
          <a:xfrm>
            <a:off x="467424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5" name="PlaceHolder 4"/>
          <p:cNvSpPr>
            <a:spLocks noGrp="1"/>
          </p:cNvSpPr>
          <p:nvPr>
            <p:ph type="sldNum" idx="3"/>
          </p:nvPr>
        </p:nvSpPr>
        <p:spPr bwMode="auto"/>
        <p:txBody>
          <a:bodyPr/>
          <a:p>
            <a:pPr>
              <a:defRPr/>
            </a:pPr>
            <a:fld id="{DE8CC185-0072-44E7-B7A2-93689078D9DC}" type="slidenum">
              <a:rPr/>
              <a:t>&lt;#&gt;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6"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3" name="PlaceHolder 2"/>
          <p:cNvSpPr>
            <a:spLocks noGrp="1"/>
          </p:cNvSpPr>
          <p:nvPr>
            <p:ph type="sldNum" idx="3"/>
          </p:nvPr>
        </p:nvSpPr>
        <p:spPr bwMode="auto"/>
        <p:txBody>
          <a:bodyPr/>
          <a:p>
            <a:pPr>
              <a:defRPr/>
            </a:pPr>
            <a:fld id="{8B6566DF-8B26-4EBF-AFA5-8376C2455BF5}" type="slidenum">
              <a:rPr/>
              <a:t>&lt;#&gt;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nly" userDrawn="1">
  <p:cSld name="Centered Text">
    <p:spTree>
      <p:nvGrpSpPr>
        <p:cNvPr id="1" name=""/>
        <p:cNvGrpSpPr/>
        <p:nvPr/>
      </p:nvGrpSpPr>
      <p:grpSpPr bwMode="auto">
        <a:xfrm>
          <a:off x="0" y="0"/>
          <a:ext cx="0" cy="0"/>
          <a:chOff x="0" y="0"/>
          <a:chExt cx="0" cy="0"/>
        </a:xfrm>
      </p:grpSpPr>
      <p:sp>
        <p:nvSpPr>
          <p:cNvPr id="117" name="PlaceHolder 1"/>
          <p:cNvSpPr>
            <a:spLocks noGrp="1"/>
          </p:cNvSpPr>
          <p:nvPr>
            <p:ph type="subTitle"/>
          </p:nvPr>
        </p:nvSpPr>
        <p:spPr bwMode="auto">
          <a:xfrm>
            <a:off x="457200" y="205200"/>
            <a:ext cx="8229240" cy="3981240"/>
          </a:xfrm>
          <a:prstGeom prst="rect">
            <a:avLst/>
          </a:prstGeom>
          <a:noFill/>
          <a:ln w="0">
            <a:noFill/>
          </a:ln>
        </p:spPr>
        <p:txBody>
          <a:bodyPr lIns="0" tIns="0" rIns="0" bIns="0" anchor="ctr">
            <a:noAutofit/>
          </a:bodyPr>
          <a:p>
            <a:pPr algn="ctr">
              <a:buNone/>
              <a:defRPr/>
            </a:pPr>
            <a:endParaRPr lang="en-US" sz="3200" b="0" strike="noStrike" spc="-1">
              <a:latin typeface="Arial"/>
            </a:endParaRPr>
          </a:p>
        </p:txBody>
      </p:sp>
      <p:sp>
        <p:nvSpPr>
          <p:cNvPr id="3" name="PlaceHolder 2"/>
          <p:cNvSpPr>
            <a:spLocks noGrp="1"/>
          </p:cNvSpPr>
          <p:nvPr>
            <p:ph type="sldNum" idx="3"/>
          </p:nvPr>
        </p:nvSpPr>
        <p:spPr bwMode="auto"/>
        <p:txBody>
          <a:bodyPr/>
          <a:p>
            <a:pPr>
              <a:defRPr/>
            </a:pPr>
            <a:fld id="{71768EE4-134A-4889-972D-769839730499}" type="slidenum">
              <a:rPr/>
              <a:t>&lt;#&gt;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AndObj" userDrawn="1">
  <p:cSld name="Title, 2 Content and Content">
    <p:spTree>
      <p:nvGrpSpPr>
        <p:cNvPr id="1" name=""/>
        <p:cNvGrpSpPr/>
        <p:nvPr/>
      </p:nvGrpSpPr>
      <p:grpSpPr bwMode="auto">
        <a:xfrm>
          <a:off x="0" y="0"/>
          <a:ext cx="0" cy="0"/>
          <a:chOff x="0" y="0"/>
          <a:chExt cx="0" cy="0"/>
        </a:xfrm>
      </p:grpSpPr>
      <p:sp>
        <p:nvSpPr>
          <p:cNvPr id="118"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19" name="PlaceHolder 2"/>
          <p:cNvSpPr>
            <a:spLocks noGrp="1"/>
          </p:cNvSpPr>
          <p:nvPr>
            <p:ph/>
          </p:nvPr>
        </p:nvSpPr>
        <p:spPr bwMode="auto">
          <a:xfrm>
            <a:off x="45720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20" name="PlaceHolder 3"/>
          <p:cNvSpPr>
            <a:spLocks noGrp="1"/>
          </p:cNvSpPr>
          <p:nvPr>
            <p:ph/>
          </p:nvPr>
        </p:nvSpPr>
        <p:spPr bwMode="auto">
          <a:xfrm>
            <a:off x="467424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21" name="PlaceHolder 4"/>
          <p:cNvSpPr>
            <a:spLocks noGrp="1"/>
          </p:cNvSpPr>
          <p:nvPr>
            <p:ph/>
          </p:nvPr>
        </p:nvSpPr>
        <p:spPr bwMode="auto">
          <a:xfrm>
            <a:off x="45720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 name="PlaceHolder 5"/>
          <p:cNvSpPr>
            <a:spLocks noGrp="1"/>
          </p:cNvSpPr>
          <p:nvPr>
            <p:ph type="sldNum" idx="3"/>
          </p:nvPr>
        </p:nvSpPr>
        <p:spPr bwMode="auto"/>
        <p:txBody>
          <a:bodyPr/>
          <a:p>
            <a:pPr>
              <a:defRPr/>
            </a:pPr>
            <a:fld id="{F4475D29-471E-45FD-B69B-64A87D5FEDE6}" type="slidenum">
              <a:rPr/>
              <a:t>&lt;#&gt;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AndTwoObj" userDrawn="1">
  <p:cSld name="Title Content and 2 Content">
    <p:spTree>
      <p:nvGrpSpPr>
        <p:cNvPr id="1" name=""/>
        <p:cNvGrpSpPr/>
        <p:nvPr/>
      </p:nvGrpSpPr>
      <p:grpSpPr bwMode="auto">
        <a:xfrm>
          <a:off x="0" y="0"/>
          <a:ext cx="0" cy="0"/>
          <a:chOff x="0" y="0"/>
          <a:chExt cx="0" cy="0"/>
        </a:xfrm>
      </p:grpSpPr>
      <p:sp>
        <p:nvSpPr>
          <p:cNvPr id="122"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23" name="PlaceHolder 2"/>
          <p:cNvSpPr>
            <a:spLocks noGrp="1"/>
          </p:cNvSpPr>
          <p:nvPr>
            <p:ph/>
          </p:nvPr>
        </p:nvSpPr>
        <p:spPr bwMode="auto">
          <a:xfrm>
            <a:off x="457200" y="1203480"/>
            <a:ext cx="4015800" cy="298296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24" name="PlaceHolder 3"/>
          <p:cNvSpPr>
            <a:spLocks noGrp="1"/>
          </p:cNvSpPr>
          <p:nvPr>
            <p:ph/>
          </p:nvPr>
        </p:nvSpPr>
        <p:spPr bwMode="auto">
          <a:xfrm>
            <a:off x="467424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25" name="PlaceHolder 4"/>
          <p:cNvSpPr>
            <a:spLocks noGrp="1"/>
          </p:cNvSpPr>
          <p:nvPr>
            <p:ph/>
          </p:nvPr>
        </p:nvSpPr>
        <p:spPr bwMode="auto">
          <a:xfrm>
            <a:off x="467424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 name="PlaceHolder 5"/>
          <p:cNvSpPr>
            <a:spLocks noGrp="1"/>
          </p:cNvSpPr>
          <p:nvPr>
            <p:ph type="sldNum" idx="3"/>
          </p:nvPr>
        </p:nvSpPr>
        <p:spPr bwMode="auto"/>
        <p:txBody>
          <a:bodyPr/>
          <a:p>
            <a:pPr>
              <a:defRPr/>
            </a:pPr>
            <a:fld id="{A5EF7962-E9CA-4A79-B457-9F344C96612D}" type="slidenum">
              <a:rPr/>
              <a:t>&lt;#&gt;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OverTx" userDrawn="1">
  <p:cSld name="Title, 2 Content over Content">
    <p:spTree>
      <p:nvGrpSpPr>
        <p:cNvPr id="1" name=""/>
        <p:cNvGrpSpPr/>
        <p:nvPr/>
      </p:nvGrpSpPr>
      <p:grpSpPr bwMode="auto">
        <a:xfrm>
          <a:off x="0" y="0"/>
          <a:ext cx="0" cy="0"/>
          <a:chOff x="0" y="0"/>
          <a:chExt cx="0" cy="0"/>
        </a:xfrm>
      </p:grpSpPr>
      <p:sp>
        <p:nvSpPr>
          <p:cNvPr id="126"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27" name="PlaceHolder 2"/>
          <p:cNvSpPr>
            <a:spLocks noGrp="1"/>
          </p:cNvSpPr>
          <p:nvPr>
            <p:ph/>
          </p:nvPr>
        </p:nvSpPr>
        <p:spPr bwMode="auto">
          <a:xfrm>
            <a:off x="45720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28" name="PlaceHolder 3"/>
          <p:cNvSpPr>
            <a:spLocks noGrp="1"/>
          </p:cNvSpPr>
          <p:nvPr>
            <p:ph/>
          </p:nvPr>
        </p:nvSpPr>
        <p:spPr bwMode="auto">
          <a:xfrm>
            <a:off x="467424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29" name="PlaceHolder 4"/>
          <p:cNvSpPr>
            <a:spLocks noGrp="1"/>
          </p:cNvSpPr>
          <p:nvPr>
            <p:ph/>
          </p:nvPr>
        </p:nvSpPr>
        <p:spPr bwMode="auto">
          <a:xfrm>
            <a:off x="457200" y="2761920"/>
            <a:ext cx="822924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6" name="PlaceHolder 5"/>
          <p:cNvSpPr>
            <a:spLocks noGrp="1"/>
          </p:cNvSpPr>
          <p:nvPr>
            <p:ph type="sldNum" idx="3"/>
          </p:nvPr>
        </p:nvSpPr>
        <p:spPr bwMode="auto"/>
        <p:txBody>
          <a:bodyPr/>
          <a:p>
            <a:pPr>
              <a:defRPr/>
            </a:pPr>
            <a:fld id="{4BDB03FB-32CC-4861-A01D-EA39C5872912}" type="slidenum">
              <a:rPr/>
              <a:t>&lt;#&gt;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verTx" userDrawn="1">
  <p:cSld name="Title, Content over Content">
    <p:spTree>
      <p:nvGrpSpPr>
        <p:cNvPr id="1" name=""/>
        <p:cNvGrpSpPr/>
        <p:nvPr/>
      </p:nvGrpSpPr>
      <p:grpSpPr bwMode="auto">
        <a:xfrm>
          <a:off x="0" y="0"/>
          <a:ext cx="0" cy="0"/>
          <a:chOff x="0" y="0"/>
          <a:chExt cx="0" cy="0"/>
        </a:xfrm>
      </p:grpSpPr>
      <p:sp>
        <p:nvSpPr>
          <p:cNvPr id="130"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31" name="PlaceHolder 2"/>
          <p:cNvSpPr>
            <a:spLocks noGrp="1"/>
          </p:cNvSpPr>
          <p:nvPr>
            <p:ph/>
          </p:nvPr>
        </p:nvSpPr>
        <p:spPr bwMode="auto">
          <a:xfrm>
            <a:off x="457200" y="1203480"/>
            <a:ext cx="822924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32" name="PlaceHolder 3"/>
          <p:cNvSpPr>
            <a:spLocks noGrp="1"/>
          </p:cNvSpPr>
          <p:nvPr>
            <p:ph/>
          </p:nvPr>
        </p:nvSpPr>
        <p:spPr bwMode="auto">
          <a:xfrm>
            <a:off x="457200" y="2761920"/>
            <a:ext cx="822924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5" name="PlaceHolder 4"/>
          <p:cNvSpPr>
            <a:spLocks noGrp="1"/>
          </p:cNvSpPr>
          <p:nvPr>
            <p:ph type="sldNum" idx="3"/>
          </p:nvPr>
        </p:nvSpPr>
        <p:spPr bwMode="auto"/>
        <p:txBody>
          <a:bodyPr/>
          <a:p>
            <a:pPr>
              <a:defRPr/>
            </a:pPr>
            <a:fld id="{1AD8E8C1-058B-492F-A03C-711F6821ADCC}" type="slidenum">
              <a:rPr/>
              <a:t>&lt;#&gt;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fourObj" userDrawn="1">
  <p:cSld name="Title, 4 Content">
    <p:spTree>
      <p:nvGrpSpPr>
        <p:cNvPr id="1" name=""/>
        <p:cNvGrpSpPr/>
        <p:nvPr/>
      </p:nvGrpSpPr>
      <p:grpSpPr bwMode="auto">
        <a:xfrm>
          <a:off x="0" y="0"/>
          <a:ext cx="0" cy="0"/>
          <a:chOff x="0" y="0"/>
          <a:chExt cx="0" cy="0"/>
        </a:xfrm>
      </p:grpSpPr>
      <p:sp>
        <p:nvSpPr>
          <p:cNvPr id="133"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34" name="PlaceHolder 2"/>
          <p:cNvSpPr>
            <a:spLocks noGrp="1"/>
          </p:cNvSpPr>
          <p:nvPr>
            <p:ph/>
          </p:nvPr>
        </p:nvSpPr>
        <p:spPr bwMode="auto">
          <a:xfrm>
            <a:off x="45720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35" name="PlaceHolder 3"/>
          <p:cNvSpPr>
            <a:spLocks noGrp="1"/>
          </p:cNvSpPr>
          <p:nvPr>
            <p:ph/>
          </p:nvPr>
        </p:nvSpPr>
        <p:spPr bwMode="auto">
          <a:xfrm>
            <a:off x="4674240" y="120348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36" name="PlaceHolder 4"/>
          <p:cNvSpPr>
            <a:spLocks noGrp="1"/>
          </p:cNvSpPr>
          <p:nvPr>
            <p:ph/>
          </p:nvPr>
        </p:nvSpPr>
        <p:spPr bwMode="auto">
          <a:xfrm>
            <a:off x="45720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37" name="PlaceHolder 5"/>
          <p:cNvSpPr>
            <a:spLocks noGrp="1"/>
          </p:cNvSpPr>
          <p:nvPr>
            <p:ph/>
          </p:nvPr>
        </p:nvSpPr>
        <p:spPr bwMode="auto">
          <a:xfrm>
            <a:off x="4674240" y="2761920"/>
            <a:ext cx="40158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7" name="PlaceHolder 6"/>
          <p:cNvSpPr>
            <a:spLocks noGrp="1"/>
          </p:cNvSpPr>
          <p:nvPr>
            <p:ph type="sldNum" idx="3"/>
          </p:nvPr>
        </p:nvSpPr>
        <p:spPr bwMode="auto"/>
        <p:txBody>
          <a:bodyPr/>
          <a:p>
            <a:pPr>
              <a:defRPr/>
            </a:pPr>
            <a:fld id="{E44DF139-8281-463D-9106-889C2CFBB720}" type="slidenum">
              <a:rPr/>
              <a:t>&lt;#&gt;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Title, 6 Content">
    <p:spTree>
      <p:nvGrpSpPr>
        <p:cNvPr id="1" name=""/>
        <p:cNvGrpSpPr/>
        <p:nvPr/>
      </p:nvGrpSpPr>
      <p:grpSpPr bwMode="auto">
        <a:xfrm>
          <a:off x="0" y="0"/>
          <a:ext cx="0" cy="0"/>
          <a:chOff x="0" y="0"/>
          <a:chExt cx="0" cy="0"/>
        </a:xfrm>
      </p:grpSpPr>
      <p:sp>
        <p:nvSpPr>
          <p:cNvPr id="138" name="PlaceHolder 1"/>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endParaRPr lang="en-US" sz="4400" b="0" strike="noStrike" spc="-1">
              <a:latin typeface="Arial"/>
            </a:endParaRPr>
          </a:p>
        </p:txBody>
      </p:sp>
      <p:sp>
        <p:nvSpPr>
          <p:cNvPr id="139" name="PlaceHolder 2"/>
          <p:cNvSpPr>
            <a:spLocks noGrp="1"/>
          </p:cNvSpPr>
          <p:nvPr>
            <p:ph/>
          </p:nvPr>
        </p:nvSpPr>
        <p:spPr bwMode="auto">
          <a:xfrm>
            <a:off x="457200" y="120348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40" name="PlaceHolder 3"/>
          <p:cNvSpPr>
            <a:spLocks noGrp="1"/>
          </p:cNvSpPr>
          <p:nvPr>
            <p:ph/>
          </p:nvPr>
        </p:nvSpPr>
        <p:spPr bwMode="auto">
          <a:xfrm>
            <a:off x="3239640" y="120348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41" name="PlaceHolder 4"/>
          <p:cNvSpPr>
            <a:spLocks noGrp="1"/>
          </p:cNvSpPr>
          <p:nvPr>
            <p:ph/>
          </p:nvPr>
        </p:nvSpPr>
        <p:spPr bwMode="auto">
          <a:xfrm>
            <a:off x="6022080" y="120348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42" name="PlaceHolder 5"/>
          <p:cNvSpPr>
            <a:spLocks noGrp="1"/>
          </p:cNvSpPr>
          <p:nvPr>
            <p:ph/>
          </p:nvPr>
        </p:nvSpPr>
        <p:spPr bwMode="auto">
          <a:xfrm>
            <a:off x="457200" y="276192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43" name="PlaceHolder 6"/>
          <p:cNvSpPr>
            <a:spLocks noGrp="1"/>
          </p:cNvSpPr>
          <p:nvPr>
            <p:ph/>
          </p:nvPr>
        </p:nvSpPr>
        <p:spPr bwMode="auto">
          <a:xfrm>
            <a:off x="3239640" y="276192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144" name="PlaceHolder 7"/>
          <p:cNvSpPr>
            <a:spLocks noGrp="1"/>
          </p:cNvSpPr>
          <p:nvPr>
            <p:ph/>
          </p:nvPr>
        </p:nvSpPr>
        <p:spPr bwMode="auto">
          <a:xfrm>
            <a:off x="6022080" y="2761920"/>
            <a:ext cx="2649600" cy="1422720"/>
          </a:xfrm>
          <a:prstGeom prst="rect">
            <a:avLst/>
          </a:prstGeom>
          <a:noFill/>
          <a:ln w="0">
            <a:noFill/>
          </a:ln>
        </p:spPr>
        <p:txBody>
          <a:bodyPr lIns="0" tIns="0" rIns="0" bIns="0" anchor="t">
            <a:normAutofit/>
          </a:bodyPr>
          <a:p>
            <a:pPr>
              <a:defRPr/>
            </a:pPr>
            <a:endParaRPr lang="en-US" sz="3200" b="0" strike="noStrike" spc="-1">
              <a:latin typeface="Arial"/>
            </a:endParaRPr>
          </a:p>
        </p:txBody>
      </p:sp>
      <p:sp>
        <p:nvSpPr>
          <p:cNvPr id="9" name="PlaceHolder 8"/>
          <p:cNvSpPr>
            <a:spLocks noGrp="1"/>
          </p:cNvSpPr>
          <p:nvPr>
            <p:ph type="sldNum" idx="3"/>
          </p:nvPr>
        </p:nvSpPr>
        <p:spPr bwMode="auto"/>
        <p:txBody>
          <a:bodyPr/>
          <a:p>
            <a:pPr>
              <a:defRPr/>
            </a:pPr>
            <a:fld id="{6B042851-2949-4859-8F20-FBB3B2EB3248}" type="slidenum">
              <a:rPr/>
              <a:t>&lt;#&gt;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3.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1B212C"/>
        </a:solidFill>
      </p:bgPr>
    </p:bg>
    <p:spTree>
      <p:nvGrpSpPr>
        <p:cNvPr id="1" name=""/>
        <p:cNvGrpSpPr/>
        <p:nvPr/>
      </p:nvGrpSpPr>
      <p:grpSpPr bwMode="auto">
        <a:xfrm>
          <a:off x="0" y="0"/>
          <a:ext cx="0" cy="0"/>
          <a:chOff x="0" y="0"/>
          <a:chExt cx="0" cy="0"/>
        </a:xfrm>
      </p:grpSpPr>
      <p:sp>
        <p:nvSpPr>
          <p:cNvPr id="0" name="Google Shape;10;p2"/>
          <p:cNvSpPr/>
          <p:nvPr/>
        </p:nvSpPr>
        <p:spPr bwMode="auto">
          <a:xfrm rot="5400000">
            <a:off x="7501680" y="0"/>
            <a:ext cx="1642320" cy="1642320"/>
          </a:xfrm>
          <a:prstGeom prst="diagStripe">
            <a:avLst>
              <a:gd name="adj" fmla="val 0"/>
            </a:avLst>
          </a:prstGeom>
          <a:solidFill>
            <a:schemeClr val="lt1">
              <a:alpha val="3000"/>
            </a:schemeClr>
          </a:solidFill>
          <a:ln w="0">
            <a:noFill/>
          </a:ln>
        </p:spPr>
        <p:style>
          <a:lnRef idx="0"/>
          <a:fillRef idx="0"/>
          <a:effectRef idx="0"/>
          <a:fontRef idx="minor"/>
        </p:style>
      </p:sp>
      <p:grpSp>
        <p:nvGrpSpPr>
          <p:cNvPr id="1" name="Google Shape;11;p2"/>
          <p:cNvGrpSpPr/>
          <p:nvPr/>
        </p:nvGrpSpPr>
        <p:grpSpPr bwMode="auto">
          <a:xfrm>
            <a:off x="5760" y="-7200"/>
            <a:ext cx="5137200" cy="5151240"/>
            <a:chOff x="5760" y="-7200"/>
            <a:chExt cx="5137200" cy="5151240"/>
          </a:xfrm>
        </p:grpSpPr>
        <p:sp>
          <p:nvSpPr>
            <p:cNvPr id="2" name="Google Shape;12;p2"/>
            <p:cNvSpPr/>
            <p:nvPr/>
          </p:nvSpPr>
          <p:spPr bwMode="auto">
            <a:xfrm rot="16199999">
              <a:off x="360" y="1440"/>
              <a:ext cx="5151240" cy="5133600"/>
            </a:xfrm>
            <a:prstGeom prst="diagStripe">
              <a:avLst>
                <a:gd name="adj" fmla="val 50000"/>
              </a:avLst>
            </a:prstGeom>
            <a:solidFill>
              <a:schemeClr val="lt1">
                <a:alpha val="3000"/>
              </a:schemeClr>
            </a:solidFill>
            <a:ln w="0">
              <a:noFill/>
            </a:ln>
          </p:spPr>
          <p:style>
            <a:lnRef idx="0"/>
            <a:fillRef idx="0"/>
            <a:effectRef idx="0"/>
            <a:fontRef idx="minor"/>
          </p:style>
        </p:sp>
        <p:sp>
          <p:nvSpPr>
            <p:cNvPr id="3" name="Google Shape;13;p2"/>
            <p:cNvSpPr/>
            <p:nvPr/>
          </p:nvSpPr>
          <p:spPr bwMode="auto">
            <a:xfrm rot="16199999">
              <a:off x="0" y="1143360"/>
              <a:ext cx="3995280" cy="3981240"/>
            </a:xfrm>
            <a:prstGeom prst="diagStripe">
              <a:avLst>
                <a:gd name="adj" fmla="val 58774"/>
              </a:avLst>
            </a:prstGeom>
            <a:solidFill>
              <a:schemeClr val="lt1">
                <a:alpha val="3000"/>
              </a:schemeClr>
            </a:solidFill>
            <a:ln w="0">
              <a:noFill/>
            </a:ln>
          </p:spPr>
          <p:style>
            <a:lnRef idx="0"/>
            <a:fillRef idx="0"/>
            <a:effectRef idx="0"/>
            <a:fontRef idx="minor"/>
          </p:style>
        </p:sp>
        <p:sp>
          <p:nvSpPr>
            <p:cNvPr id="4" name="Google Shape;14;p2"/>
            <p:cNvSpPr/>
            <p:nvPr/>
          </p:nvSpPr>
          <p:spPr bwMode="auto">
            <a:xfrm rot="16199999">
              <a:off x="1800" y="1800"/>
              <a:ext cx="2298240" cy="2290320"/>
            </a:xfrm>
            <a:prstGeom prst="diagStripe">
              <a:avLst>
                <a:gd name="adj" fmla="val 50000"/>
              </a:avLst>
            </a:prstGeom>
            <a:solidFill>
              <a:schemeClr val="accent1"/>
            </a:solidFill>
            <a:ln w="0">
              <a:noFill/>
            </a:ln>
          </p:spPr>
          <p:style>
            <a:lnRef idx="0"/>
            <a:fillRef idx="0"/>
            <a:effectRef idx="0"/>
            <a:fontRef idx="minor"/>
          </p:style>
        </p:sp>
        <p:sp>
          <p:nvSpPr>
            <p:cNvPr id="5" name="Google Shape;15;p2"/>
            <p:cNvSpPr/>
            <p:nvPr/>
          </p:nvSpPr>
          <p:spPr bwMode="auto">
            <a:xfrm flipH="1">
              <a:off x="651240" y="588240"/>
              <a:ext cx="2298600" cy="2289960"/>
            </a:xfrm>
            <a:prstGeom prst="diagStripe">
              <a:avLst>
                <a:gd name="adj" fmla="val 50000"/>
              </a:avLst>
            </a:prstGeom>
            <a:solidFill>
              <a:schemeClr val="lt2"/>
            </a:solidFill>
            <a:ln w="0">
              <a:noFill/>
            </a:ln>
          </p:spPr>
          <p:style>
            <a:lnRef idx="0"/>
            <a:fillRef idx="0"/>
            <a:effectRef idx="0"/>
            <a:fontRef idx="minor"/>
          </p:style>
        </p:sp>
      </p:grpSp>
      <p:sp>
        <p:nvSpPr>
          <p:cNvPr id="6" name="PlaceHolder 1"/>
          <p:cNvSpPr>
            <a:spLocks noGrp="1"/>
          </p:cNvSpPr>
          <p:nvPr>
            <p:ph type="sldNum" idx="1"/>
          </p:nvPr>
        </p:nvSpPr>
        <p:spPr bwMode="auto">
          <a:xfrm>
            <a:off x="8472600" y="4663080"/>
            <a:ext cx="547200" cy="392040"/>
          </a:xfrm>
          <a:prstGeom prst="rect">
            <a:avLst/>
          </a:prstGeom>
          <a:noFill/>
          <a:ln w="0">
            <a:noFill/>
          </a:ln>
        </p:spPr>
        <p:txBody>
          <a:bodyPr lIns="90000" tIns="91440" rIns="90000" bIns="91440" anchor="ctr">
            <a:noAutofit/>
          </a:bodyPr>
          <a:lstStyle>
            <a:lvl1pPr algn="r">
              <a:lnSpc>
                <a:spcPct val="100000"/>
              </a:lnSpc>
              <a:buNone/>
              <a:tabLst>
                <a:tab pos="0" algn="l"/>
              </a:tabLst>
              <a:defRPr lang="fr" sz="1000" b="0" strike="noStrike" spc="-1">
                <a:solidFill>
                  <a:srgbClr val="FFFFFF"/>
                </a:solidFill>
                <a:latin typeface="Lato"/>
                <a:ea typeface="Lato"/>
              </a:defRPr>
            </a:lvl1pPr>
          </a:lstStyle>
          <a:p>
            <a:pPr algn="r">
              <a:lnSpc>
                <a:spcPct val="100000"/>
              </a:lnSpc>
              <a:buNone/>
              <a:tabLst>
                <a:tab pos="0" algn="l"/>
              </a:tabLst>
              <a:defRPr/>
            </a:pPr>
            <a:fld id="{79E0F4BB-F7D7-44C1-80A0-5FADF6CD5A82}" type="slidenum">
              <a:rPr lang="fr" sz="1000" b="0" strike="noStrike" spc="-1">
                <a:solidFill>
                  <a:srgbClr val="FFFFFF"/>
                </a:solidFill>
                <a:latin typeface="Lato"/>
                <a:ea typeface="Lato"/>
              </a:rPr>
              <a:t>&lt;numéro&gt;</a:t>
            </a:fld>
            <a:endParaRPr lang="en-US" sz="1000" b="0" strike="noStrike" spc="-1">
              <a:latin typeface="Times New Roman"/>
            </a:endParaRPr>
          </a:p>
        </p:txBody>
      </p:sp>
      <p:sp>
        <p:nvSpPr>
          <p:cNvPr id="7" name="PlaceHolder 2"/>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r>
              <a:rPr lang="en-US" sz="4400" b="0" strike="noStrike" spc="-1">
                <a:latin typeface="Arial"/>
              </a:rPr>
              <a:t>Cliquez pour éditer le format du texte-titre</a:t>
            </a:r>
            <a:endParaRPr lang="en-US" sz="4400" b="0" strike="noStrike" spc="-1">
              <a:latin typeface="Arial"/>
            </a:endParaRPr>
          </a:p>
        </p:txBody>
      </p:sp>
      <p:sp>
        <p:nvSpPr>
          <p:cNvPr id="8" name="PlaceHolder 3"/>
          <p:cNvSpPr>
            <a:spLocks noGrp="1"/>
          </p:cNvSpPr>
          <p:nvPr>
            <p:ph type="body"/>
          </p:nvPr>
        </p:nvSpPr>
        <p:spPr bwMode="auto">
          <a:xfrm>
            <a:off x="457200" y="1203480"/>
            <a:ext cx="8229240" cy="2982960"/>
          </a:xfrm>
          <a:prstGeom prst="rect">
            <a:avLst/>
          </a:prstGeom>
          <a:noFill/>
          <a:ln w="0">
            <a:noFill/>
          </a:ln>
        </p:spPr>
        <p:txBody>
          <a:bodyPr lIns="0" tIns="0" rIns="0" bIns="0" anchor="t">
            <a:normAutofit fontScale="96000"/>
          </a:bodyPr>
          <a:p>
            <a:pPr marL="432000" indent="-324000">
              <a:spcBef>
                <a:spcPts val="1417"/>
              </a:spcBef>
              <a:buClr>
                <a:srgbClr val="FFFFFF"/>
              </a:buClr>
              <a:buSzPct val="45000"/>
              <a:buFont typeface="Wingdings"/>
              <a:buChar char=""/>
              <a:defRPr/>
            </a:pPr>
            <a:r>
              <a:rPr lang="en-US" sz="3200" b="0" strike="noStrike" spc="-1">
                <a:latin typeface="Arial"/>
              </a:rPr>
              <a:t>Cliquez pour éditer le format du plan de texte</a:t>
            </a:r>
            <a:endParaRPr lang="en-US" sz="3200" b="0" strike="noStrike" spc="-1">
              <a:latin typeface="Arial"/>
            </a:endParaRPr>
          </a:p>
          <a:p>
            <a:pPr marL="864000" lvl="1" indent="-324000">
              <a:spcBef>
                <a:spcPts val="1134"/>
              </a:spcBef>
              <a:buClr>
                <a:srgbClr val="FFFFFF"/>
              </a:buClr>
              <a:buSzPct val="75000"/>
              <a:buFont typeface="Symbol"/>
              <a:buChar char=""/>
              <a:defRPr/>
            </a:pPr>
            <a:r>
              <a:rPr lang="en-US" sz="2800" b="0" strike="noStrike" spc="-1">
                <a:latin typeface="Arial"/>
              </a:rPr>
              <a:t>Second niveau de plan</a:t>
            </a:r>
            <a:endParaRPr lang="en-US" sz="2800" b="0" strike="noStrike" spc="-1">
              <a:latin typeface="Arial"/>
            </a:endParaRPr>
          </a:p>
          <a:p>
            <a:pPr marL="1296000" lvl="2" indent="-288000">
              <a:spcBef>
                <a:spcPts val="850"/>
              </a:spcBef>
              <a:buClr>
                <a:srgbClr val="FFFFFF"/>
              </a:buClr>
              <a:buSzPct val="45000"/>
              <a:buFont typeface="Wingdings"/>
              <a:buChar char=""/>
              <a:defRPr/>
            </a:pPr>
            <a:r>
              <a:rPr lang="en-US" sz="2400" b="0" strike="noStrike" spc="-1">
                <a:latin typeface="Arial"/>
              </a:rPr>
              <a:t>Troisième niveau de plan</a:t>
            </a:r>
            <a:endParaRPr lang="en-US" sz="2400" b="0" strike="noStrike" spc="-1">
              <a:latin typeface="Arial"/>
            </a:endParaRPr>
          </a:p>
          <a:p>
            <a:pPr marL="1728000" lvl="3" indent="-216000">
              <a:spcBef>
                <a:spcPts val="567"/>
              </a:spcBef>
              <a:buClr>
                <a:srgbClr val="FFFFFF"/>
              </a:buClr>
              <a:buSzPct val="75000"/>
              <a:buFont typeface="Symbol"/>
              <a:buChar char=""/>
              <a:defRPr/>
            </a:pPr>
            <a:r>
              <a:rPr lang="en-US" sz="2000" b="0" strike="noStrike" spc="-1">
                <a:latin typeface="Arial"/>
              </a:rPr>
              <a:t>Quatrième niveau de plan</a:t>
            </a:r>
            <a:endParaRPr lang="en-US" sz="2000" b="0" strike="noStrike" spc="-1">
              <a:latin typeface="Arial"/>
            </a:endParaRPr>
          </a:p>
          <a:p>
            <a:pPr marL="2160000" lvl="4" indent="-216000">
              <a:spcBef>
                <a:spcPts val="283"/>
              </a:spcBef>
              <a:buClr>
                <a:srgbClr val="FFFFFF"/>
              </a:buClr>
              <a:buSzPct val="45000"/>
              <a:buFont typeface="Wingdings"/>
              <a:buChar char=""/>
              <a:defRPr/>
            </a:pPr>
            <a:r>
              <a:rPr lang="en-US" sz="2000" b="0" strike="noStrike" spc="-1">
                <a:latin typeface="Arial"/>
              </a:rPr>
              <a:t>Cinquième niveau de plan</a:t>
            </a:r>
            <a:endParaRPr lang="en-US" sz="2000" b="0" strike="noStrike" spc="-1">
              <a:latin typeface="Arial"/>
            </a:endParaRPr>
          </a:p>
          <a:p>
            <a:pPr marL="2592000" lvl="5" indent="-216000">
              <a:spcBef>
                <a:spcPts val="283"/>
              </a:spcBef>
              <a:buClr>
                <a:srgbClr val="FFFFFF"/>
              </a:buClr>
              <a:buSzPct val="45000"/>
              <a:buFont typeface="Wingdings"/>
              <a:buChar char=""/>
              <a:defRPr/>
            </a:pPr>
            <a:r>
              <a:rPr lang="en-US" sz="2000" b="0" strike="noStrike" spc="-1">
                <a:latin typeface="Arial"/>
              </a:rPr>
              <a:t>Sixième niveau de plan</a:t>
            </a:r>
            <a:endParaRPr lang="en-US" sz="2000" b="0" strike="noStrike" spc="-1">
              <a:latin typeface="Arial"/>
            </a:endParaRPr>
          </a:p>
          <a:p>
            <a:pPr marL="3024000" lvl="6" indent="-216000">
              <a:spcBef>
                <a:spcPts val="283"/>
              </a:spcBef>
              <a:buClr>
                <a:srgbClr val="FFFFFF"/>
              </a:buClr>
              <a:buSzPct val="45000"/>
              <a:buFont typeface="Wingdings"/>
              <a:buChar char=""/>
              <a:defRPr/>
            </a:pPr>
            <a:r>
              <a:rPr lang="en-US" sz="2000" b="0" strike="noStrike" spc="-1">
                <a:latin typeface="Arial"/>
              </a:rPr>
              <a:t>Septième niveau de plan</a:t>
            </a:r>
            <a:endParaRPr lang="en-US" sz="2000" b="0" strike="noStrike" spc="-1">
              <a:latin typeface="Aria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1B212C"/>
        </a:solidFill>
      </p:bgPr>
    </p:bg>
    <p:spTree>
      <p:nvGrpSpPr>
        <p:cNvPr id="1" name=""/>
        <p:cNvGrpSpPr/>
        <p:nvPr/>
      </p:nvGrpSpPr>
      <p:grpSpPr bwMode="auto">
        <a:xfrm>
          <a:off x="0" y="0"/>
          <a:ext cx="0" cy="0"/>
          <a:chOff x="0" y="0"/>
          <a:chExt cx="0" cy="0"/>
        </a:xfrm>
      </p:grpSpPr>
      <p:grpSp>
        <p:nvGrpSpPr>
          <p:cNvPr id="45" name="Google Shape;42;p4"/>
          <p:cNvGrpSpPr/>
          <p:nvPr/>
        </p:nvGrpSpPr>
        <p:grpSpPr bwMode="auto">
          <a:xfrm>
            <a:off x="0" y="382320"/>
            <a:ext cx="1035360" cy="1013760"/>
            <a:chOff x="0" y="382320"/>
            <a:chExt cx="1035360" cy="1013760"/>
          </a:xfrm>
        </p:grpSpPr>
        <p:sp>
          <p:nvSpPr>
            <p:cNvPr id="46" name="Google Shape;43;p4"/>
            <p:cNvSpPr/>
            <p:nvPr/>
          </p:nvSpPr>
          <p:spPr bwMode="auto">
            <a:xfrm rot="16199999">
              <a:off x="0" y="382320"/>
              <a:ext cx="807480" cy="807480"/>
            </a:xfrm>
            <a:prstGeom prst="diagStripe">
              <a:avLst>
                <a:gd name="adj" fmla="val 50000"/>
              </a:avLst>
            </a:prstGeom>
            <a:solidFill>
              <a:schemeClr val="accent1"/>
            </a:solidFill>
            <a:ln w="0">
              <a:noFill/>
            </a:ln>
          </p:spPr>
          <p:style>
            <a:lnRef idx="0"/>
            <a:fillRef idx="0"/>
            <a:effectRef idx="0"/>
            <a:fontRef idx="minor"/>
          </p:style>
        </p:sp>
        <p:sp>
          <p:nvSpPr>
            <p:cNvPr id="47" name="Google Shape;44;p4"/>
            <p:cNvSpPr/>
            <p:nvPr/>
          </p:nvSpPr>
          <p:spPr bwMode="auto">
            <a:xfrm flipH="1">
              <a:off x="227520" y="588600"/>
              <a:ext cx="807480" cy="807480"/>
            </a:xfrm>
            <a:prstGeom prst="diagStripe">
              <a:avLst>
                <a:gd name="adj" fmla="val 50000"/>
              </a:avLst>
            </a:prstGeom>
            <a:solidFill>
              <a:schemeClr val="lt2"/>
            </a:solidFill>
            <a:ln w="0">
              <a:noFill/>
            </a:ln>
          </p:spPr>
          <p:style>
            <a:lnRef idx="0"/>
            <a:fillRef idx="0"/>
            <a:effectRef idx="0"/>
            <a:fontRef idx="minor"/>
          </p:style>
        </p:sp>
      </p:grpSp>
      <p:sp>
        <p:nvSpPr>
          <p:cNvPr id="48" name="PlaceHolder 1"/>
          <p:cNvSpPr>
            <a:spLocks noGrp="1"/>
          </p:cNvSpPr>
          <p:nvPr>
            <p:ph type="sldNum" idx="2"/>
          </p:nvPr>
        </p:nvSpPr>
        <p:spPr bwMode="auto">
          <a:xfrm>
            <a:off x="8472600" y="4663080"/>
            <a:ext cx="547200" cy="392040"/>
          </a:xfrm>
          <a:prstGeom prst="rect">
            <a:avLst/>
          </a:prstGeom>
          <a:noFill/>
          <a:ln w="0">
            <a:noFill/>
          </a:ln>
        </p:spPr>
        <p:txBody>
          <a:bodyPr lIns="90000" tIns="91440" rIns="90000" bIns="91440" anchor="ctr">
            <a:noAutofit/>
          </a:bodyPr>
          <a:lstStyle>
            <a:lvl1pPr algn="r">
              <a:lnSpc>
                <a:spcPct val="100000"/>
              </a:lnSpc>
              <a:buNone/>
              <a:tabLst>
                <a:tab pos="0" algn="l"/>
              </a:tabLst>
              <a:defRPr lang="fr" sz="1000" b="0" strike="noStrike" spc="-1">
                <a:solidFill>
                  <a:srgbClr val="FFFFFF"/>
                </a:solidFill>
                <a:latin typeface="Lato"/>
                <a:ea typeface="Lato"/>
              </a:defRPr>
            </a:lvl1pPr>
          </a:lstStyle>
          <a:p>
            <a:pPr algn="r">
              <a:lnSpc>
                <a:spcPct val="100000"/>
              </a:lnSpc>
              <a:buNone/>
              <a:tabLst>
                <a:tab pos="0" algn="l"/>
              </a:tabLst>
              <a:defRPr/>
            </a:pPr>
            <a:fld id="{3B351BEA-B24D-4BC8-BA8D-1B83D04B598C}" type="slidenum">
              <a:rPr lang="fr" sz="1000" b="0" strike="noStrike" spc="-1">
                <a:solidFill>
                  <a:srgbClr val="FFFFFF"/>
                </a:solidFill>
                <a:latin typeface="Lato"/>
                <a:ea typeface="Lato"/>
              </a:rPr>
              <a:t>&lt;numéro&gt;</a:t>
            </a:fld>
            <a:endParaRPr lang="en-US" sz="1000" b="0" strike="noStrike" spc="-1">
              <a:latin typeface="Times New Roman"/>
            </a:endParaRPr>
          </a:p>
        </p:txBody>
      </p:sp>
      <p:sp>
        <p:nvSpPr>
          <p:cNvPr id="49" name="PlaceHolder 2"/>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r>
              <a:rPr lang="en-US" sz="4400" b="0" strike="noStrike" spc="-1">
                <a:latin typeface="Arial"/>
              </a:rPr>
              <a:t>Cliquez pour éditer le format du texte-titre</a:t>
            </a:r>
            <a:endParaRPr lang="en-US" sz="4400" b="0" strike="noStrike" spc="-1">
              <a:latin typeface="Arial"/>
            </a:endParaRPr>
          </a:p>
        </p:txBody>
      </p:sp>
      <p:sp>
        <p:nvSpPr>
          <p:cNvPr id="50" name="PlaceHolder 3"/>
          <p:cNvSpPr>
            <a:spLocks noGrp="1"/>
          </p:cNvSpPr>
          <p:nvPr>
            <p:ph type="body"/>
          </p:nvPr>
        </p:nvSpPr>
        <p:spPr bwMode="auto">
          <a:xfrm>
            <a:off x="457200" y="1203480"/>
            <a:ext cx="8229240" cy="2982960"/>
          </a:xfrm>
          <a:prstGeom prst="rect">
            <a:avLst/>
          </a:prstGeom>
          <a:noFill/>
          <a:ln w="0">
            <a:noFill/>
          </a:ln>
        </p:spPr>
        <p:txBody>
          <a:bodyPr lIns="0" tIns="0" rIns="0" bIns="0" anchor="t">
            <a:normAutofit fontScale="96000"/>
          </a:bodyPr>
          <a:p>
            <a:pPr marL="432000" indent="-324000">
              <a:spcBef>
                <a:spcPts val="1417"/>
              </a:spcBef>
              <a:buClr>
                <a:srgbClr val="FFFFFF"/>
              </a:buClr>
              <a:buSzPct val="45000"/>
              <a:buFont typeface="Wingdings"/>
              <a:buChar char=""/>
              <a:defRPr/>
            </a:pPr>
            <a:r>
              <a:rPr lang="en-US" sz="3200" b="0" strike="noStrike" spc="-1">
                <a:latin typeface="Arial"/>
              </a:rPr>
              <a:t>Cliquez pour éditer le format du plan de texte</a:t>
            </a:r>
            <a:endParaRPr lang="en-US" sz="3200" b="0" strike="noStrike" spc="-1">
              <a:latin typeface="Arial"/>
            </a:endParaRPr>
          </a:p>
          <a:p>
            <a:pPr marL="864000" lvl="1" indent="-324000">
              <a:spcBef>
                <a:spcPts val="1134"/>
              </a:spcBef>
              <a:buClr>
                <a:srgbClr val="FFFFFF"/>
              </a:buClr>
              <a:buSzPct val="75000"/>
              <a:buFont typeface="Symbol"/>
              <a:buChar char=""/>
              <a:defRPr/>
            </a:pPr>
            <a:r>
              <a:rPr lang="en-US" sz="2800" b="0" strike="noStrike" spc="-1">
                <a:latin typeface="Arial"/>
              </a:rPr>
              <a:t>Second niveau de plan</a:t>
            </a:r>
            <a:endParaRPr lang="en-US" sz="2800" b="0" strike="noStrike" spc="-1">
              <a:latin typeface="Arial"/>
            </a:endParaRPr>
          </a:p>
          <a:p>
            <a:pPr marL="1296000" lvl="2" indent="-288000">
              <a:spcBef>
                <a:spcPts val="850"/>
              </a:spcBef>
              <a:buClr>
                <a:srgbClr val="FFFFFF"/>
              </a:buClr>
              <a:buSzPct val="45000"/>
              <a:buFont typeface="Wingdings"/>
              <a:buChar char=""/>
              <a:defRPr/>
            </a:pPr>
            <a:r>
              <a:rPr lang="en-US" sz="2400" b="0" strike="noStrike" spc="-1">
                <a:latin typeface="Arial"/>
              </a:rPr>
              <a:t>Troisième niveau de plan</a:t>
            </a:r>
            <a:endParaRPr lang="en-US" sz="2400" b="0" strike="noStrike" spc="-1">
              <a:latin typeface="Arial"/>
            </a:endParaRPr>
          </a:p>
          <a:p>
            <a:pPr marL="1728000" lvl="3" indent="-216000">
              <a:spcBef>
                <a:spcPts val="567"/>
              </a:spcBef>
              <a:buClr>
                <a:srgbClr val="FFFFFF"/>
              </a:buClr>
              <a:buSzPct val="75000"/>
              <a:buFont typeface="Symbol"/>
              <a:buChar char=""/>
              <a:defRPr/>
            </a:pPr>
            <a:r>
              <a:rPr lang="en-US" sz="2000" b="0" strike="noStrike" spc="-1">
                <a:latin typeface="Arial"/>
              </a:rPr>
              <a:t>Quatrième niveau de plan</a:t>
            </a:r>
            <a:endParaRPr lang="en-US" sz="2000" b="0" strike="noStrike" spc="-1">
              <a:latin typeface="Arial"/>
            </a:endParaRPr>
          </a:p>
          <a:p>
            <a:pPr marL="2160000" lvl="4" indent="-216000">
              <a:spcBef>
                <a:spcPts val="283"/>
              </a:spcBef>
              <a:buClr>
                <a:srgbClr val="FFFFFF"/>
              </a:buClr>
              <a:buSzPct val="45000"/>
              <a:buFont typeface="Wingdings"/>
              <a:buChar char=""/>
              <a:defRPr/>
            </a:pPr>
            <a:r>
              <a:rPr lang="en-US" sz="2000" b="0" strike="noStrike" spc="-1">
                <a:latin typeface="Arial"/>
              </a:rPr>
              <a:t>Cinquième niveau de plan</a:t>
            </a:r>
            <a:endParaRPr lang="en-US" sz="2000" b="0" strike="noStrike" spc="-1">
              <a:latin typeface="Arial"/>
            </a:endParaRPr>
          </a:p>
          <a:p>
            <a:pPr marL="2592000" lvl="5" indent="-216000">
              <a:spcBef>
                <a:spcPts val="283"/>
              </a:spcBef>
              <a:buClr>
                <a:srgbClr val="FFFFFF"/>
              </a:buClr>
              <a:buSzPct val="45000"/>
              <a:buFont typeface="Wingdings"/>
              <a:buChar char=""/>
              <a:defRPr/>
            </a:pPr>
            <a:r>
              <a:rPr lang="en-US" sz="2000" b="0" strike="noStrike" spc="-1">
                <a:latin typeface="Arial"/>
              </a:rPr>
              <a:t>Sixième niveau de plan</a:t>
            </a:r>
            <a:endParaRPr lang="en-US" sz="2000" b="0" strike="noStrike" spc="-1">
              <a:latin typeface="Arial"/>
            </a:endParaRPr>
          </a:p>
          <a:p>
            <a:pPr marL="3024000" lvl="6" indent="-216000">
              <a:spcBef>
                <a:spcPts val="283"/>
              </a:spcBef>
              <a:buClr>
                <a:srgbClr val="FFFFFF"/>
              </a:buClr>
              <a:buSzPct val="45000"/>
              <a:buFont typeface="Wingdings"/>
              <a:buChar char=""/>
              <a:defRPr/>
            </a:pPr>
            <a:r>
              <a:rPr lang="en-US" sz="2000" b="0" strike="noStrike" spc="-1">
                <a:latin typeface="Arial"/>
              </a:rPr>
              <a:t>Septième niveau de plan</a:t>
            </a:r>
            <a:endParaRPr lang="en-US" sz="2000" b="0" strike="noStrike" spc="-1">
              <a:latin typeface="Aria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sldMaster>
</file>

<file path=ppt/slideMasters/slideMaster3.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1B212C"/>
        </a:solidFill>
      </p:bgPr>
    </p:bg>
    <p:spTree>
      <p:nvGrpSpPr>
        <p:cNvPr id="1" name=""/>
        <p:cNvGrpSpPr/>
        <p:nvPr/>
      </p:nvGrpSpPr>
      <p:grpSpPr bwMode="auto">
        <a:xfrm>
          <a:off x="0" y="0"/>
          <a:ext cx="0" cy="0"/>
          <a:chOff x="0" y="0"/>
          <a:chExt cx="0" cy="0"/>
        </a:xfrm>
      </p:grpSpPr>
      <p:grpSp>
        <p:nvGrpSpPr>
          <p:cNvPr id="87" name="Google Shape;20;p3"/>
          <p:cNvGrpSpPr/>
          <p:nvPr/>
        </p:nvGrpSpPr>
        <p:grpSpPr bwMode="auto">
          <a:xfrm>
            <a:off x="4406760" y="-1080"/>
            <a:ext cx="4736160" cy="5144039"/>
            <a:chOff x="4406760" y="-1080"/>
            <a:chExt cx="4736160" cy="5144039"/>
          </a:xfrm>
        </p:grpSpPr>
        <p:sp>
          <p:nvSpPr>
            <p:cNvPr id="88" name="Google Shape;21;p3"/>
            <p:cNvSpPr/>
            <p:nvPr/>
          </p:nvSpPr>
          <p:spPr bwMode="auto">
            <a:xfrm rot="5400000">
              <a:off x="4408200" y="-1800"/>
              <a:ext cx="4732560" cy="4736160"/>
            </a:xfrm>
            <a:prstGeom prst="diagStripe">
              <a:avLst>
                <a:gd name="adj" fmla="val 49469"/>
              </a:avLst>
            </a:prstGeom>
            <a:solidFill>
              <a:schemeClr val="lt1">
                <a:alpha val="3000"/>
              </a:schemeClr>
            </a:solidFill>
            <a:ln w="0">
              <a:noFill/>
            </a:ln>
          </p:spPr>
          <p:style>
            <a:lnRef idx="0"/>
            <a:fillRef idx="0"/>
            <a:effectRef idx="0"/>
            <a:fontRef idx="minor"/>
          </p:style>
        </p:sp>
        <p:sp>
          <p:nvSpPr>
            <p:cNvPr id="89" name="Google Shape;22;p3"/>
            <p:cNvSpPr/>
            <p:nvPr/>
          </p:nvSpPr>
          <p:spPr bwMode="auto">
            <a:xfrm rot="5400000">
              <a:off x="4842360" y="4320"/>
              <a:ext cx="4296600" cy="4285440"/>
            </a:xfrm>
            <a:prstGeom prst="diagStripe">
              <a:avLst>
                <a:gd name="adj" fmla="val 0"/>
              </a:avLst>
            </a:prstGeom>
            <a:solidFill>
              <a:schemeClr val="lt1">
                <a:alpha val="3000"/>
              </a:schemeClr>
            </a:solidFill>
            <a:ln w="0">
              <a:noFill/>
            </a:ln>
          </p:spPr>
          <p:style>
            <a:lnRef idx="0"/>
            <a:fillRef idx="0"/>
            <a:effectRef idx="0"/>
            <a:fontRef idx="minor"/>
          </p:style>
        </p:sp>
        <p:sp>
          <p:nvSpPr>
            <p:cNvPr id="90" name="Google Shape;23;p3"/>
            <p:cNvSpPr/>
            <p:nvPr/>
          </p:nvSpPr>
          <p:spPr bwMode="auto">
            <a:xfrm rot="16199999">
              <a:off x="5618520" y="123768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91" name="Google Shape;24;p3"/>
            <p:cNvSpPr/>
            <p:nvPr/>
          </p:nvSpPr>
          <p:spPr bwMode="auto">
            <a:xfrm flipH="1">
              <a:off x="5848560" y="144396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92" name="Google Shape;25;p3"/>
            <p:cNvSpPr/>
            <p:nvPr/>
          </p:nvSpPr>
          <p:spPr bwMode="auto">
            <a:xfrm rot="16199999">
              <a:off x="5987160" y="247068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93" name="Google Shape;26;p3"/>
            <p:cNvSpPr/>
            <p:nvPr/>
          </p:nvSpPr>
          <p:spPr bwMode="auto">
            <a:xfrm flipH="1">
              <a:off x="6220800" y="267696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94" name="Google Shape;27;p3"/>
            <p:cNvSpPr/>
            <p:nvPr/>
          </p:nvSpPr>
          <p:spPr bwMode="auto">
            <a:xfrm rot="16199999">
              <a:off x="6675480" y="186336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95" name="Google Shape;28;p3"/>
            <p:cNvSpPr/>
            <p:nvPr/>
          </p:nvSpPr>
          <p:spPr bwMode="auto">
            <a:xfrm flipH="1">
              <a:off x="6906600" y="2069640"/>
              <a:ext cx="807480" cy="807480"/>
            </a:xfrm>
            <a:prstGeom prst="diagStripe">
              <a:avLst>
                <a:gd name="adj" fmla="val 50000"/>
              </a:avLst>
            </a:prstGeom>
            <a:solidFill>
              <a:schemeClr val="lt2"/>
            </a:solidFill>
            <a:ln w="0">
              <a:noFill/>
            </a:ln>
          </p:spPr>
          <p:style>
            <a:lnRef idx="0"/>
            <a:fillRef idx="0"/>
            <a:effectRef idx="0"/>
            <a:fontRef idx="minor"/>
          </p:style>
        </p:sp>
        <p:sp>
          <p:nvSpPr>
            <p:cNvPr id="96" name="Google Shape;29;p3"/>
            <p:cNvSpPr/>
            <p:nvPr/>
          </p:nvSpPr>
          <p:spPr bwMode="auto">
            <a:xfrm rot="16199999">
              <a:off x="6861240" y="247896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97" name="Google Shape;30;p3"/>
            <p:cNvSpPr/>
            <p:nvPr/>
          </p:nvSpPr>
          <p:spPr bwMode="auto">
            <a:xfrm flipH="1">
              <a:off x="7963920" y="269280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98" name="Google Shape;31;p3"/>
            <p:cNvSpPr/>
            <p:nvPr/>
          </p:nvSpPr>
          <p:spPr bwMode="auto">
            <a:xfrm flipH="1">
              <a:off x="8143560" y="330876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99" name="Google Shape;32;p3"/>
            <p:cNvSpPr/>
            <p:nvPr/>
          </p:nvSpPr>
          <p:spPr bwMode="auto">
            <a:xfrm rot="16199999">
              <a:off x="7047720" y="309636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100" name="Google Shape;33;p3"/>
            <p:cNvSpPr/>
            <p:nvPr/>
          </p:nvSpPr>
          <p:spPr bwMode="auto">
            <a:xfrm flipH="1">
              <a:off x="7275240" y="330264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101" name="Google Shape;34;p3"/>
            <p:cNvSpPr/>
            <p:nvPr/>
          </p:nvSpPr>
          <p:spPr bwMode="auto">
            <a:xfrm rot="16199999">
              <a:off x="7227360" y="3711960"/>
              <a:ext cx="807480" cy="807480"/>
            </a:xfrm>
            <a:prstGeom prst="diagStripe">
              <a:avLst>
                <a:gd name="adj" fmla="val 50000"/>
              </a:avLst>
            </a:prstGeom>
            <a:solidFill>
              <a:schemeClr val="accent1"/>
            </a:solidFill>
            <a:ln w="0">
              <a:noFill/>
            </a:ln>
          </p:spPr>
          <p:style>
            <a:lnRef idx="0"/>
            <a:fillRef idx="0"/>
            <a:effectRef idx="0"/>
            <a:fontRef idx="minor"/>
          </p:style>
        </p:sp>
        <p:sp>
          <p:nvSpPr>
            <p:cNvPr id="102" name="Google Shape;35;p3"/>
            <p:cNvSpPr/>
            <p:nvPr/>
          </p:nvSpPr>
          <p:spPr bwMode="auto">
            <a:xfrm flipH="1">
              <a:off x="7461000" y="391824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103" name="Google Shape;36;p3"/>
            <p:cNvSpPr/>
            <p:nvPr/>
          </p:nvSpPr>
          <p:spPr bwMode="auto">
            <a:xfrm rot="16199999">
              <a:off x="8102520" y="371988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104" name="Google Shape;37;p3"/>
            <p:cNvSpPr/>
            <p:nvPr/>
          </p:nvSpPr>
          <p:spPr bwMode="auto">
            <a:xfrm flipH="1">
              <a:off x="8332920" y="3925800"/>
              <a:ext cx="807480" cy="807480"/>
            </a:xfrm>
            <a:prstGeom prst="diagStripe">
              <a:avLst>
                <a:gd name="adj" fmla="val 50000"/>
              </a:avLst>
            </a:prstGeom>
            <a:solidFill>
              <a:schemeClr val="lt1">
                <a:alpha val="7000"/>
              </a:schemeClr>
            </a:solidFill>
            <a:ln w="0">
              <a:noFill/>
            </a:ln>
          </p:spPr>
          <p:style>
            <a:lnRef idx="0"/>
            <a:fillRef idx="0"/>
            <a:effectRef idx="0"/>
            <a:fontRef idx="minor"/>
          </p:style>
        </p:sp>
        <p:sp>
          <p:nvSpPr>
            <p:cNvPr id="105" name="Google Shape;38;p3"/>
            <p:cNvSpPr/>
            <p:nvPr/>
          </p:nvSpPr>
          <p:spPr bwMode="auto">
            <a:xfrm rot="16199999">
              <a:off x="8288280" y="4335480"/>
              <a:ext cx="807480" cy="807480"/>
            </a:xfrm>
            <a:prstGeom prst="diagStripe">
              <a:avLst>
                <a:gd name="adj" fmla="val 50000"/>
              </a:avLst>
            </a:prstGeom>
            <a:solidFill>
              <a:schemeClr val="lt1">
                <a:alpha val="7000"/>
              </a:schemeClr>
            </a:solidFill>
            <a:ln w="0">
              <a:noFill/>
            </a:ln>
          </p:spPr>
          <p:style>
            <a:lnRef idx="0"/>
            <a:fillRef idx="0"/>
            <a:effectRef idx="0"/>
            <a:fontRef idx="minor"/>
          </p:style>
        </p:sp>
      </p:grpSp>
      <p:sp>
        <p:nvSpPr>
          <p:cNvPr id="106" name="PlaceHolder 1"/>
          <p:cNvSpPr>
            <a:spLocks noGrp="1"/>
          </p:cNvSpPr>
          <p:nvPr>
            <p:ph type="sldNum" idx="3"/>
          </p:nvPr>
        </p:nvSpPr>
        <p:spPr bwMode="auto">
          <a:xfrm>
            <a:off x="8472600" y="4663080"/>
            <a:ext cx="547200" cy="392040"/>
          </a:xfrm>
          <a:prstGeom prst="rect">
            <a:avLst/>
          </a:prstGeom>
          <a:noFill/>
          <a:ln w="0">
            <a:noFill/>
          </a:ln>
        </p:spPr>
        <p:txBody>
          <a:bodyPr lIns="90000" tIns="91440" rIns="90000" bIns="91440" anchor="ctr">
            <a:noAutofit/>
          </a:bodyPr>
          <a:lstStyle>
            <a:lvl1pPr algn="r">
              <a:lnSpc>
                <a:spcPct val="100000"/>
              </a:lnSpc>
              <a:buNone/>
              <a:tabLst>
                <a:tab pos="0" algn="l"/>
              </a:tabLst>
              <a:defRPr lang="fr" sz="1000" b="0" strike="noStrike" spc="-1">
                <a:solidFill>
                  <a:srgbClr val="FFFFFF"/>
                </a:solidFill>
                <a:latin typeface="Lato"/>
                <a:ea typeface="Lato"/>
              </a:defRPr>
            </a:lvl1pPr>
          </a:lstStyle>
          <a:p>
            <a:pPr algn="r">
              <a:lnSpc>
                <a:spcPct val="100000"/>
              </a:lnSpc>
              <a:buNone/>
              <a:tabLst>
                <a:tab pos="0" algn="l"/>
              </a:tabLst>
              <a:defRPr/>
            </a:pPr>
            <a:fld id="{E5686BF5-BFF3-45A6-8EA5-70BF61029462}" type="slidenum">
              <a:rPr lang="fr" sz="1000" b="0" strike="noStrike" spc="-1">
                <a:solidFill>
                  <a:srgbClr val="FFFFFF"/>
                </a:solidFill>
                <a:latin typeface="Lato"/>
                <a:ea typeface="Lato"/>
              </a:rPr>
              <a:t>&lt;numéro&gt;</a:t>
            </a:fld>
            <a:endParaRPr lang="en-US" sz="1000" b="0" strike="noStrike" spc="-1">
              <a:latin typeface="Times New Roman"/>
            </a:endParaRPr>
          </a:p>
        </p:txBody>
      </p:sp>
      <p:sp>
        <p:nvSpPr>
          <p:cNvPr id="107" name="PlaceHolder 2"/>
          <p:cNvSpPr>
            <a:spLocks noGrp="1"/>
          </p:cNvSpPr>
          <p:nvPr>
            <p:ph type="title"/>
          </p:nvPr>
        </p:nvSpPr>
        <p:spPr bwMode="auto">
          <a:xfrm>
            <a:off x="457200" y="205200"/>
            <a:ext cx="8229240" cy="858600"/>
          </a:xfrm>
          <a:prstGeom prst="rect">
            <a:avLst/>
          </a:prstGeom>
          <a:noFill/>
          <a:ln w="0">
            <a:noFill/>
          </a:ln>
        </p:spPr>
        <p:txBody>
          <a:bodyPr lIns="0" tIns="0" rIns="0" bIns="0" anchor="ctr">
            <a:noAutofit/>
          </a:bodyPr>
          <a:p>
            <a:pPr algn="ctr">
              <a:buNone/>
              <a:defRPr/>
            </a:pPr>
            <a:r>
              <a:rPr lang="en-US" sz="4400" b="0" strike="noStrike" spc="-1">
                <a:latin typeface="Arial"/>
              </a:rPr>
              <a:t>Cliquez pour éditer le format du texte-titre</a:t>
            </a:r>
            <a:endParaRPr lang="en-US" sz="4400" b="0" strike="noStrike" spc="-1">
              <a:latin typeface="Arial"/>
            </a:endParaRPr>
          </a:p>
        </p:txBody>
      </p:sp>
      <p:sp>
        <p:nvSpPr>
          <p:cNvPr id="108" name="PlaceHolder 3"/>
          <p:cNvSpPr>
            <a:spLocks noGrp="1"/>
          </p:cNvSpPr>
          <p:nvPr>
            <p:ph type="body"/>
          </p:nvPr>
        </p:nvSpPr>
        <p:spPr bwMode="auto">
          <a:xfrm>
            <a:off x="457200" y="1203480"/>
            <a:ext cx="8229240" cy="2982960"/>
          </a:xfrm>
          <a:prstGeom prst="rect">
            <a:avLst/>
          </a:prstGeom>
          <a:noFill/>
          <a:ln w="0">
            <a:noFill/>
          </a:ln>
        </p:spPr>
        <p:txBody>
          <a:bodyPr lIns="0" tIns="0" rIns="0" bIns="0" anchor="t">
            <a:normAutofit fontScale="96000"/>
          </a:bodyPr>
          <a:p>
            <a:pPr marL="432000" indent="-324000">
              <a:spcBef>
                <a:spcPts val="1417"/>
              </a:spcBef>
              <a:buClr>
                <a:srgbClr val="FFFFFF"/>
              </a:buClr>
              <a:buSzPct val="45000"/>
              <a:buFont typeface="Wingdings"/>
              <a:buChar char=""/>
              <a:defRPr/>
            </a:pPr>
            <a:r>
              <a:rPr lang="en-US" sz="3200" b="0" strike="noStrike" spc="-1">
                <a:latin typeface="Arial"/>
              </a:rPr>
              <a:t>Cliquez pour éditer le format du plan de texte</a:t>
            </a:r>
            <a:endParaRPr lang="en-US" sz="3200" b="0" strike="noStrike" spc="-1">
              <a:latin typeface="Arial"/>
            </a:endParaRPr>
          </a:p>
          <a:p>
            <a:pPr marL="864000" lvl="1" indent="-324000">
              <a:spcBef>
                <a:spcPts val="1134"/>
              </a:spcBef>
              <a:buClr>
                <a:srgbClr val="FFFFFF"/>
              </a:buClr>
              <a:buSzPct val="75000"/>
              <a:buFont typeface="Symbol"/>
              <a:buChar char=""/>
              <a:defRPr/>
            </a:pPr>
            <a:r>
              <a:rPr lang="en-US" sz="2800" b="0" strike="noStrike" spc="-1">
                <a:latin typeface="Arial"/>
              </a:rPr>
              <a:t>Second niveau de plan</a:t>
            </a:r>
            <a:endParaRPr lang="en-US" sz="2800" b="0" strike="noStrike" spc="-1">
              <a:latin typeface="Arial"/>
            </a:endParaRPr>
          </a:p>
          <a:p>
            <a:pPr marL="1296000" lvl="2" indent="-288000">
              <a:spcBef>
                <a:spcPts val="850"/>
              </a:spcBef>
              <a:buClr>
                <a:srgbClr val="FFFFFF"/>
              </a:buClr>
              <a:buSzPct val="45000"/>
              <a:buFont typeface="Wingdings"/>
              <a:buChar char=""/>
              <a:defRPr/>
            </a:pPr>
            <a:r>
              <a:rPr lang="en-US" sz="2400" b="0" strike="noStrike" spc="-1">
                <a:latin typeface="Arial"/>
              </a:rPr>
              <a:t>Troisième niveau de plan</a:t>
            </a:r>
            <a:endParaRPr lang="en-US" sz="2400" b="0" strike="noStrike" spc="-1">
              <a:latin typeface="Arial"/>
            </a:endParaRPr>
          </a:p>
          <a:p>
            <a:pPr marL="1728000" lvl="3" indent="-216000">
              <a:spcBef>
                <a:spcPts val="567"/>
              </a:spcBef>
              <a:buClr>
                <a:srgbClr val="FFFFFF"/>
              </a:buClr>
              <a:buSzPct val="75000"/>
              <a:buFont typeface="Symbol"/>
              <a:buChar char=""/>
              <a:defRPr/>
            </a:pPr>
            <a:r>
              <a:rPr lang="en-US" sz="2000" b="0" strike="noStrike" spc="-1">
                <a:latin typeface="Arial"/>
              </a:rPr>
              <a:t>Quatrième niveau de plan</a:t>
            </a:r>
            <a:endParaRPr lang="en-US" sz="2000" b="0" strike="noStrike" spc="-1">
              <a:latin typeface="Arial"/>
            </a:endParaRPr>
          </a:p>
          <a:p>
            <a:pPr marL="2160000" lvl="4" indent="-216000">
              <a:spcBef>
                <a:spcPts val="283"/>
              </a:spcBef>
              <a:buClr>
                <a:srgbClr val="FFFFFF"/>
              </a:buClr>
              <a:buSzPct val="45000"/>
              <a:buFont typeface="Wingdings"/>
              <a:buChar char=""/>
              <a:defRPr/>
            </a:pPr>
            <a:r>
              <a:rPr lang="en-US" sz="2000" b="0" strike="noStrike" spc="-1">
                <a:latin typeface="Arial"/>
              </a:rPr>
              <a:t>Cinquième niveau de plan</a:t>
            </a:r>
            <a:endParaRPr lang="en-US" sz="2000" b="0" strike="noStrike" spc="-1">
              <a:latin typeface="Arial"/>
            </a:endParaRPr>
          </a:p>
          <a:p>
            <a:pPr marL="2592000" lvl="5" indent="-216000">
              <a:spcBef>
                <a:spcPts val="283"/>
              </a:spcBef>
              <a:buClr>
                <a:srgbClr val="FFFFFF"/>
              </a:buClr>
              <a:buSzPct val="45000"/>
              <a:buFont typeface="Wingdings"/>
              <a:buChar char=""/>
              <a:defRPr/>
            </a:pPr>
            <a:r>
              <a:rPr lang="en-US" sz="2000" b="0" strike="noStrike" spc="-1">
                <a:latin typeface="Arial"/>
              </a:rPr>
              <a:t>Sixième niveau de plan</a:t>
            </a:r>
            <a:endParaRPr lang="en-US" sz="2000" b="0" strike="noStrike" spc="-1">
              <a:latin typeface="Arial"/>
            </a:endParaRPr>
          </a:p>
          <a:p>
            <a:pPr marL="3024000" lvl="6" indent="-216000">
              <a:spcBef>
                <a:spcPts val="283"/>
              </a:spcBef>
              <a:buClr>
                <a:srgbClr val="FFFFFF"/>
              </a:buClr>
              <a:buSzPct val="45000"/>
              <a:buFont typeface="Wingdings"/>
              <a:buChar char=""/>
              <a:defRPr/>
            </a:pPr>
            <a:r>
              <a:rPr lang="en-US" sz="2000" b="0" strike="noStrike" spc="-1">
                <a:latin typeface="Arial"/>
              </a:rPr>
              <a:t>Septième niveau de plan</a:t>
            </a:r>
            <a:endParaRPr lang="en-US" sz="2000" b="0" strike="noStrike" spc="-1">
              <a:latin typeface="Arial"/>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6.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 name="PlaceHolder 1"/>
          <p:cNvSpPr>
            <a:spLocks noGrp="1"/>
          </p:cNvSpPr>
          <p:nvPr>
            <p:ph type="title"/>
          </p:nvPr>
        </p:nvSpPr>
        <p:spPr bwMode="auto">
          <a:xfrm>
            <a:off x="3537000" y="1578240"/>
            <a:ext cx="5016240" cy="1577520"/>
          </a:xfrm>
          <a:prstGeom prst="rect">
            <a:avLst/>
          </a:prstGeom>
          <a:noFill/>
          <a:ln w="0">
            <a:noFill/>
          </a:ln>
        </p:spPr>
        <p:txBody>
          <a:bodyPr lIns="0" tIns="91440" rIns="0" bIns="91440" anchor="t">
            <a:normAutofit fontScale="81000"/>
          </a:bodyPr>
          <a:p>
            <a:pPr>
              <a:lnSpc>
                <a:spcPct val="100000"/>
              </a:lnSpc>
              <a:buNone/>
              <a:tabLst>
                <a:tab pos="0" algn="l"/>
              </a:tabLst>
              <a:defRPr/>
            </a:pPr>
            <a:r>
              <a:rPr lang="fr" sz="4000" b="0" strike="noStrike" spc="-1">
                <a:solidFill>
                  <a:srgbClr val="FFFFFF"/>
                </a:solidFill>
                <a:latin typeface="Montserrat"/>
                <a:ea typeface="Montserrat"/>
              </a:rPr>
              <a:t>AUDIT : </a:t>
            </a:r>
            <a:br>
              <a:rPr sz="4000"/>
            </a:br>
            <a:r>
              <a:rPr lang="fr" sz="4000" b="0" strike="noStrike" spc="-1">
                <a:solidFill>
                  <a:srgbClr val="FFFFFF"/>
                </a:solidFill>
                <a:latin typeface="Montserrat"/>
                <a:ea typeface="Montserrat"/>
              </a:rPr>
              <a:t>Erreur sur le Cube OLAP </a:t>
            </a:r>
            <a:endParaRPr lang="en-US" sz="4000" b="0" strike="noStrike" spc="-1">
              <a:latin typeface="Arial"/>
            </a:endParaRPr>
          </a:p>
        </p:txBody>
      </p:sp>
      <p:pic>
        <p:nvPicPr>
          <p:cNvPr id="146" name="Google Shape;135;p13" descr=""/>
          <p:cNvPicPr/>
          <p:nvPr/>
        </p:nvPicPr>
        <p:blipFill>
          <a:blip r:embed="rId3"/>
          <a:stretch/>
        </p:blipFill>
        <p:spPr bwMode="auto">
          <a:xfrm>
            <a:off x="7196760" y="3514680"/>
            <a:ext cx="1731960" cy="137952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Présentation de la mission</a:t>
            </a:r>
            <a:endParaRPr lang="en-US" sz="2400" b="0" strike="noStrike" spc="-1">
              <a:latin typeface="Arial"/>
            </a:endParaRPr>
          </a:p>
        </p:txBody>
      </p:sp>
      <p:sp>
        <p:nvSpPr>
          <p:cNvPr id="148" name="PlaceHolder 2"/>
          <p:cNvSpPr>
            <a:spLocks noGrp="1"/>
          </p:cNvSpPr>
          <p:nvPr>
            <p:ph/>
          </p:nvPr>
        </p:nvSpPr>
        <p:spPr bwMode="auto">
          <a:xfrm>
            <a:off x="733680" y="1567440"/>
            <a:ext cx="7037640" cy="2909880"/>
          </a:xfrm>
          <a:prstGeom prst="rect">
            <a:avLst/>
          </a:prstGeom>
          <a:noFill/>
          <a:ln w="0">
            <a:noFill/>
          </a:ln>
        </p:spPr>
        <p:txBody>
          <a:bodyPr lIns="0" tIns="91440" rIns="0" bIns="91440" anchor="t">
            <a:normAutofit fontScale="77000"/>
          </a:bodyPr>
          <a:p>
            <a:pPr marL="457200" indent="-311040">
              <a:lnSpc>
                <a:spcPct val="114999"/>
              </a:lnSpc>
              <a:buClr>
                <a:srgbClr val="FFFFFF"/>
              </a:buClr>
              <a:buFont typeface="Lato"/>
              <a:buChar char="●"/>
              <a:defRPr/>
            </a:pPr>
            <a:r>
              <a:rPr lang="en-US" sz="1800" b="0" strike="noStrike" spc="-1">
                <a:solidFill>
                  <a:srgbClr val="FFFFFF"/>
                </a:solidFill>
                <a:latin typeface="Lato"/>
                <a:ea typeface="Lato"/>
              </a:rPr>
              <a:t>L’objectif était d’analyser le fonctionnement de la base de données OLAP à partir des extractions fournies, afin d’expliquer les incohérences observées dans les données.</a:t>
            </a:r>
            <a:endParaRPr lang="en-US" sz="1800" b="0" strike="noStrike" spc="-1">
              <a:latin typeface="Arial"/>
            </a:endParaRPr>
          </a:p>
          <a:p>
            <a:pPr>
              <a:lnSpc>
                <a:spcPct val="114999"/>
              </a:lnSpc>
              <a:buNone/>
              <a:defRPr/>
            </a:pPr>
            <a:endParaRPr lang="en-US" sz="1800" b="0" strike="noStrike" spc="-1">
              <a:latin typeface="Arial"/>
            </a:endParaRPr>
          </a:p>
          <a:p>
            <a:pPr>
              <a:lnSpc>
                <a:spcPct val="114999"/>
              </a:lnSpc>
              <a:buNone/>
              <a:defRPr/>
            </a:pPr>
            <a:endParaRPr lang="en-US" sz="1800" b="0" strike="noStrike" spc="-1">
              <a:latin typeface="Arial"/>
            </a:endParaRPr>
          </a:p>
          <a:p>
            <a:pPr marL="457200" indent="-311040">
              <a:lnSpc>
                <a:spcPct val="114999"/>
              </a:lnSpc>
              <a:buClr>
                <a:srgbClr val="FFFFFF"/>
              </a:buClr>
              <a:buFont typeface="Lato"/>
              <a:buChar char="●"/>
              <a:defRPr/>
            </a:pPr>
            <a:r>
              <a:rPr lang="en-US" sz="1800" b="0" strike="noStrike" spc="-1">
                <a:solidFill>
                  <a:srgbClr val="FFFFFF"/>
                </a:solidFill>
                <a:latin typeface="Lato"/>
                <a:ea typeface="Lato"/>
              </a:rPr>
              <a:t>Une base de données de test sera mise en place afin de recréer l’environnement natif de Super Smart Market et pouvoir effectuer des requêtes sur les tables (Ventes, Produits, Calendrier, Employés et Clients), ainsi que la table de Logs.</a:t>
            </a:r>
            <a:endParaRPr lang="en-US" sz="1800" b="0" strike="noStrike" spc="-1">
              <a:latin typeface="Arial"/>
            </a:endParaRPr>
          </a:p>
          <a:p>
            <a:pPr>
              <a:lnSpc>
                <a:spcPct val="114999"/>
              </a:lnSpc>
              <a:buNone/>
              <a:defRPr/>
            </a:pPr>
            <a:endParaRPr lang="en-US" sz="1800" b="0" strike="noStrike" spc="-1">
              <a:latin typeface="Arial"/>
            </a:endParaRPr>
          </a:p>
          <a:p>
            <a:pPr>
              <a:lnSpc>
                <a:spcPct val="114999"/>
              </a:lnSpc>
              <a:buNone/>
              <a:defRPr/>
            </a:pPr>
            <a:endParaRPr lang="en-US" sz="1800" b="0" strike="noStrike" spc="-1">
              <a:latin typeface="Arial"/>
            </a:endParaRPr>
          </a:p>
          <a:p>
            <a:pPr marL="457200" indent="-311040">
              <a:lnSpc>
                <a:spcPct val="114999"/>
              </a:lnSpc>
              <a:buClr>
                <a:srgbClr val="FFFFFF"/>
              </a:buClr>
              <a:buFont typeface="Lato"/>
              <a:buChar char="●"/>
              <a:defRPr/>
            </a:pPr>
            <a:r>
              <a:rPr lang="en-US" sz="1800" b="0" strike="noStrike" spc="-1">
                <a:solidFill>
                  <a:srgbClr val="FFFFFF"/>
                </a:solidFill>
                <a:latin typeface="Lato"/>
                <a:ea typeface="Lato"/>
              </a:rPr>
              <a:t>Une fois l’architecture de la base de données et les données comprises, des axes d’améliorations seront proposés. </a:t>
            </a:r>
            <a:endParaRPr lang="en-US" sz="1800" b="0" strike="noStrike" spc="-1">
              <a:latin typeface="Arial"/>
            </a:endParaRPr>
          </a:p>
          <a:p>
            <a:pPr>
              <a:lnSpc>
                <a:spcPct val="114999"/>
              </a:lnSpc>
              <a:buNone/>
              <a:defRPr/>
            </a:pPr>
            <a:endParaRPr lang="en-US" sz="18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Analyse de la base de données</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Architecture de l’entreprise</a:t>
            </a:r>
            <a:endParaRPr lang="en-US" sz="1900" b="0" strike="noStrike" spc="-1">
              <a:latin typeface="Arial"/>
            </a:endParaRPr>
          </a:p>
        </p:txBody>
      </p:sp>
      <p:sp>
        <p:nvSpPr>
          <p:cNvPr id="150" name="PlaceHolder 2"/>
          <p:cNvSpPr>
            <a:spLocks noGrp="1"/>
          </p:cNvSpPr>
          <p:nvPr>
            <p:ph/>
          </p:nvPr>
        </p:nvSpPr>
        <p:spPr bwMode="auto">
          <a:xfrm>
            <a:off x="1297440" y="2057400"/>
            <a:ext cx="7037640" cy="2909880"/>
          </a:xfrm>
          <a:prstGeom prst="rect">
            <a:avLst/>
          </a:prstGeom>
          <a:noFill/>
          <a:ln w="0">
            <a:noFill/>
          </a:ln>
        </p:spPr>
        <p:txBody>
          <a:bodyPr lIns="0" tIns="91440" rIns="0" bIns="91440" anchor="t">
            <a:normAutofit/>
          </a:bodyPr>
          <a:p>
            <a:pPr marL="432000" indent="-324000">
              <a:lnSpc>
                <a:spcPct val="100000"/>
              </a:lnSpc>
              <a:spcBef>
                <a:spcPts val="1417"/>
              </a:spcBef>
              <a:buClr>
                <a:srgbClr val="FFFFFF"/>
              </a:buClr>
              <a:buSzPct val="45000"/>
              <a:buFont typeface="Wingdings"/>
              <a:buChar char=""/>
              <a:defRPr/>
            </a:pPr>
            <a:r>
              <a:rPr lang="en-US" sz="1600" b="0" strike="noStrike" spc="-1">
                <a:solidFill>
                  <a:srgbClr val="FFFFFF"/>
                </a:solidFill>
                <a:latin typeface="Arial"/>
              </a:rPr>
              <a:t>Base de données Cube OLAP Microsoft SQLServer :</a:t>
            </a:r>
            <a:endParaRPr lang="en-US" sz="1600" b="0" strike="noStrike" spc="-1">
              <a:latin typeface="Arial"/>
            </a:endParaRPr>
          </a:p>
          <a:p>
            <a:pPr marL="864000" lvl="1" indent="-324000">
              <a:lnSpc>
                <a:spcPct val="100000"/>
              </a:lnSpc>
              <a:spcBef>
                <a:spcPts val="1134"/>
              </a:spcBef>
              <a:buClr>
                <a:srgbClr val="FFFFFF"/>
              </a:buClr>
              <a:buSzPct val="75000"/>
              <a:buFont typeface="Symbol"/>
              <a:buChar char=""/>
              <a:defRPr/>
            </a:pPr>
            <a:r>
              <a:rPr lang="en-US" sz="1600" b="0" strike="noStrike" spc="-1">
                <a:solidFill>
                  <a:srgbClr val="FFFFFF"/>
                </a:solidFill>
                <a:latin typeface="Arial"/>
              </a:rPr>
              <a:t>Alimente une instance Power BI. </a:t>
            </a:r>
            <a:endParaRPr lang="en-US" sz="1600" b="0" strike="noStrike" spc="-1">
              <a:latin typeface="Arial"/>
            </a:endParaRPr>
          </a:p>
          <a:p>
            <a:pPr marL="864000" lvl="1" indent="-324000">
              <a:lnSpc>
                <a:spcPct val="100000"/>
              </a:lnSpc>
              <a:spcBef>
                <a:spcPts val="1134"/>
              </a:spcBef>
              <a:buClr>
                <a:srgbClr val="FFFFFF"/>
              </a:buClr>
              <a:buSzPct val="75000"/>
              <a:buFont typeface="Symbol"/>
              <a:buChar char=""/>
              <a:defRPr/>
            </a:pPr>
            <a:r>
              <a:rPr lang="en-US" sz="1600" b="0" strike="noStrike" spc="-1">
                <a:solidFill>
                  <a:srgbClr val="FFFFFF"/>
                </a:solidFill>
                <a:latin typeface="Arial"/>
              </a:rPr>
              <a:t>Les ventes du magasin sont directements importées dans la base de données.</a:t>
            </a:r>
            <a:endParaRPr lang="en-US" sz="16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 name="PlaceHolder 1"/>
          <p:cNvSpPr>
            <a:spLocks noGrp="1"/>
          </p:cNvSpPr>
          <p:nvPr>
            <p:ph/>
          </p:nvPr>
        </p:nvSpPr>
        <p:spPr bwMode="auto">
          <a:xfrm>
            <a:off x="1297440" y="1567440"/>
            <a:ext cx="7037640" cy="2909880"/>
          </a:xfrm>
          <a:prstGeom prst="rect">
            <a:avLst/>
          </a:prstGeom>
          <a:noFill/>
          <a:ln w="0">
            <a:noFill/>
          </a:ln>
        </p:spPr>
        <p:txBody>
          <a:bodyPr lIns="0" tIns="91440" rIns="0" bIns="91440" anchor="t">
            <a:normAutofit/>
          </a:bodyPr>
          <a:p>
            <a:pPr>
              <a:defRPr/>
            </a:pPr>
            <a:endParaRPr lang="en-US" sz="3200" b="0" strike="noStrike" spc="-1">
              <a:latin typeface="Arial"/>
            </a:endParaRPr>
          </a:p>
        </p:txBody>
      </p:sp>
      <p:sp>
        <p:nvSpPr>
          <p:cNvPr id="152" name="PlaceHolder 2"/>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Analyse de la base de données</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Dictionnaire des données (Table : Vente Détail)</a:t>
            </a:r>
            <a:endParaRPr lang="en-US" sz="1900" b="0" strike="noStrike" spc="-1">
              <a:latin typeface="Arial"/>
            </a:endParaRPr>
          </a:p>
        </p:txBody>
      </p:sp>
      <p:pic>
        <p:nvPicPr>
          <p:cNvPr id="153" name="" descr=""/>
          <p:cNvPicPr/>
          <p:nvPr/>
        </p:nvPicPr>
        <p:blipFill>
          <a:blip r:embed="rId3"/>
          <a:stretch/>
        </p:blipFill>
        <p:spPr bwMode="auto">
          <a:xfrm>
            <a:off x="19800" y="1669680"/>
            <a:ext cx="9142560" cy="183636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 name="PlaceHolder 1"/>
          <p:cNvSpPr>
            <a:spLocks noGrp="1"/>
          </p:cNvSpPr>
          <p:nvPr>
            <p:ph/>
          </p:nvPr>
        </p:nvSpPr>
        <p:spPr bwMode="auto">
          <a:xfrm>
            <a:off x="1297440" y="1567440"/>
            <a:ext cx="7037640" cy="2909880"/>
          </a:xfrm>
          <a:prstGeom prst="rect">
            <a:avLst/>
          </a:prstGeom>
          <a:noFill/>
          <a:ln w="0">
            <a:noFill/>
          </a:ln>
        </p:spPr>
        <p:txBody>
          <a:bodyPr lIns="0" tIns="91440" rIns="0" bIns="91440" anchor="t">
            <a:normAutofit/>
          </a:bodyPr>
          <a:p>
            <a:pPr>
              <a:defRPr/>
            </a:pPr>
            <a:endParaRPr lang="en-US" sz="3200" b="0" strike="noStrike" spc="-1">
              <a:latin typeface="Arial"/>
            </a:endParaRPr>
          </a:p>
        </p:txBody>
      </p:sp>
      <p:sp>
        <p:nvSpPr>
          <p:cNvPr id="155" name="PlaceHolder 2"/>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Analyse de la base de données</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Dictionnaire des données (Table : Produits)</a:t>
            </a:r>
            <a:endParaRPr lang="en-US" sz="1900" b="0" strike="noStrike" spc="-1">
              <a:latin typeface="Arial"/>
            </a:endParaRPr>
          </a:p>
        </p:txBody>
      </p:sp>
      <p:pic>
        <p:nvPicPr>
          <p:cNvPr id="156" name="" descr=""/>
          <p:cNvPicPr/>
          <p:nvPr/>
        </p:nvPicPr>
        <p:blipFill>
          <a:blip r:embed="rId3"/>
          <a:stretch/>
        </p:blipFill>
        <p:spPr bwMode="auto">
          <a:xfrm>
            <a:off x="0" y="1600200"/>
            <a:ext cx="9142560" cy="163152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 name="PlaceHolder 1"/>
          <p:cNvSpPr>
            <a:spLocks noGrp="1"/>
          </p:cNvSpPr>
          <p:nvPr>
            <p:ph/>
          </p:nvPr>
        </p:nvSpPr>
        <p:spPr bwMode="auto">
          <a:xfrm>
            <a:off x="1297440" y="1567440"/>
            <a:ext cx="7037640" cy="2909880"/>
          </a:xfrm>
          <a:prstGeom prst="rect">
            <a:avLst/>
          </a:prstGeom>
          <a:noFill/>
          <a:ln w="0">
            <a:noFill/>
          </a:ln>
        </p:spPr>
        <p:txBody>
          <a:bodyPr lIns="0" tIns="91440" rIns="0" bIns="91440" anchor="t">
            <a:normAutofit/>
          </a:bodyPr>
          <a:p>
            <a:pPr>
              <a:defRPr/>
            </a:pPr>
            <a:endParaRPr lang="en-US" sz="3200" b="0" strike="noStrike" spc="-1">
              <a:latin typeface="Arial"/>
            </a:endParaRPr>
          </a:p>
        </p:txBody>
      </p:sp>
      <p:sp>
        <p:nvSpPr>
          <p:cNvPr id="158" name="PlaceHolder 2"/>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Analyse de la base de données</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Dictionnaire des données (Table : Clients)</a:t>
            </a:r>
            <a:endParaRPr lang="en-US" sz="1900" b="0" strike="noStrike" spc="-1">
              <a:latin typeface="Arial"/>
            </a:endParaRPr>
          </a:p>
        </p:txBody>
      </p:sp>
      <p:pic>
        <p:nvPicPr>
          <p:cNvPr id="159" name="" descr=""/>
          <p:cNvPicPr/>
          <p:nvPr/>
        </p:nvPicPr>
        <p:blipFill>
          <a:blip r:embed="rId3"/>
          <a:stretch/>
        </p:blipFill>
        <p:spPr bwMode="auto">
          <a:xfrm>
            <a:off x="19800" y="1650240"/>
            <a:ext cx="9142560" cy="132048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 name="PlaceHolder 1"/>
          <p:cNvSpPr>
            <a:spLocks noGrp="1"/>
          </p:cNvSpPr>
          <p:nvPr>
            <p:ph/>
          </p:nvPr>
        </p:nvSpPr>
        <p:spPr bwMode="auto">
          <a:xfrm>
            <a:off x="1297440" y="1567440"/>
            <a:ext cx="7037640" cy="2909880"/>
          </a:xfrm>
          <a:prstGeom prst="rect">
            <a:avLst/>
          </a:prstGeom>
          <a:noFill/>
          <a:ln w="0">
            <a:noFill/>
          </a:ln>
        </p:spPr>
        <p:txBody>
          <a:bodyPr lIns="0" tIns="91440" rIns="0" bIns="91440" anchor="t">
            <a:normAutofit/>
          </a:bodyPr>
          <a:p>
            <a:pPr>
              <a:defRPr/>
            </a:pPr>
            <a:endParaRPr lang="en-US" sz="3200" b="0" strike="noStrike" spc="-1">
              <a:latin typeface="Arial"/>
            </a:endParaRPr>
          </a:p>
        </p:txBody>
      </p:sp>
      <p:sp>
        <p:nvSpPr>
          <p:cNvPr id="161" name="PlaceHolder 2"/>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Analyse de la base de données</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Dictionnaire des données (Table : Calendrier)</a:t>
            </a:r>
            <a:endParaRPr lang="en-US" sz="1900" b="0" strike="noStrike" spc="-1">
              <a:latin typeface="Arial"/>
            </a:endParaRPr>
          </a:p>
        </p:txBody>
      </p:sp>
      <p:pic>
        <p:nvPicPr>
          <p:cNvPr id="162" name="" descr=""/>
          <p:cNvPicPr/>
          <p:nvPr/>
        </p:nvPicPr>
        <p:blipFill>
          <a:blip r:embed="rId3"/>
          <a:stretch/>
        </p:blipFill>
        <p:spPr bwMode="auto">
          <a:xfrm>
            <a:off x="19800" y="1600200"/>
            <a:ext cx="9142560" cy="225540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 name="PlaceHolder 1"/>
          <p:cNvSpPr>
            <a:spLocks noGrp="1"/>
          </p:cNvSpPr>
          <p:nvPr>
            <p:ph/>
          </p:nvPr>
        </p:nvSpPr>
        <p:spPr bwMode="auto">
          <a:xfrm>
            <a:off x="1297440" y="1567440"/>
            <a:ext cx="7037640" cy="2909880"/>
          </a:xfrm>
          <a:prstGeom prst="rect">
            <a:avLst/>
          </a:prstGeom>
          <a:noFill/>
          <a:ln w="0">
            <a:noFill/>
          </a:ln>
        </p:spPr>
        <p:txBody>
          <a:bodyPr lIns="0" tIns="91440" rIns="0" bIns="91440" anchor="t">
            <a:normAutofit/>
          </a:bodyPr>
          <a:p>
            <a:pPr>
              <a:defRPr/>
            </a:pPr>
            <a:endParaRPr lang="en-US" sz="3200" b="0" strike="noStrike" spc="-1">
              <a:latin typeface="Arial"/>
            </a:endParaRPr>
          </a:p>
        </p:txBody>
      </p:sp>
      <p:sp>
        <p:nvSpPr>
          <p:cNvPr id="164" name="PlaceHolder 2"/>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Analyse de la base de données</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Dictionnaire des données (Table : Employé)</a:t>
            </a:r>
            <a:endParaRPr lang="en-US" sz="1900" b="0" strike="noStrike" spc="-1">
              <a:latin typeface="Arial"/>
            </a:endParaRPr>
          </a:p>
        </p:txBody>
      </p:sp>
      <p:pic>
        <p:nvPicPr>
          <p:cNvPr id="165" name="" descr=""/>
          <p:cNvPicPr/>
          <p:nvPr/>
        </p:nvPicPr>
        <p:blipFill>
          <a:blip r:embed="rId3"/>
          <a:stretch/>
        </p:blipFill>
        <p:spPr bwMode="auto">
          <a:xfrm>
            <a:off x="19800" y="1638360"/>
            <a:ext cx="9142560" cy="201816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 name="PlaceHolder 1"/>
          <p:cNvSpPr>
            <a:spLocks noGrp="1"/>
          </p:cNvSpPr>
          <p:nvPr>
            <p:ph/>
          </p:nvPr>
        </p:nvSpPr>
        <p:spPr bwMode="auto">
          <a:xfrm>
            <a:off x="1297440" y="1567440"/>
            <a:ext cx="7037640" cy="2909880"/>
          </a:xfrm>
          <a:prstGeom prst="rect">
            <a:avLst/>
          </a:prstGeom>
          <a:noFill/>
          <a:ln w="0">
            <a:noFill/>
          </a:ln>
        </p:spPr>
        <p:txBody>
          <a:bodyPr lIns="0" tIns="91440" rIns="0" bIns="91440" anchor="t">
            <a:normAutofit/>
          </a:bodyPr>
          <a:p>
            <a:pPr>
              <a:defRPr/>
            </a:pPr>
            <a:endParaRPr lang="en-US" sz="3200" b="0" strike="noStrike" spc="-1">
              <a:latin typeface="Arial"/>
            </a:endParaRPr>
          </a:p>
        </p:txBody>
      </p:sp>
      <p:sp>
        <p:nvSpPr>
          <p:cNvPr id="167" name="PlaceHolder 2"/>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Analyse de la base de données</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Modèle Conceptuel de Données (MCD)</a:t>
            </a:r>
            <a:endParaRPr lang="en-US" sz="1900" b="0" strike="noStrike" spc="-1">
              <a:latin typeface="Arial"/>
            </a:endParaRPr>
          </a:p>
        </p:txBody>
      </p:sp>
      <p:pic>
        <p:nvPicPr>
          <p:cNvPr id="168" name="" descr=""/>
          <p:cNvPicPr/>
          <p:nvPr/>
        </p:nvPicPr>
        <p:blipFill>
          <a:blip r:embed="rId3"/>
          <a:stretch/>
        </p:blipFill>
        <p:spPr bwMode="auto">
          <a:xfrm>
            <a:off x="0" y="1371600"/>
            <a:ext cx="9142560" cy="302544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Présentation du prototype de BDD</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Explication de la base de données</a:t>
            </a:r>
            <a:endParaRPr lang="en-US" sz="1900" b="0" strike="noStrike" spc="-1">
              <a:latin typeface="Arial"/>
            </a:endParaRPr>
          </a:p>
        </p:txBody>
      </p:sp>
      <p:sp>
        <p:nvSpPr>
          <p:cNvPr id="170" name="PlaceHolder 2"/>
          <p:cNvSpPr>
            <a:spLocks noGrp="1"/>
          </p:cNvSpPr>
          <p:nvPr>
            <p:ph/>
          </p:nvPr>
        </p:nvSpPr>
        <p:spPr bwMode="auto">
          <a:xfrm>
            <a:off x="1297440" y="2118240"/>
            <a:ext cx="7037640" cy="2909880"/>
          </a:xfrm>
          <a:prstGeom prst="rect">
            <a:avLst/>
          </a:prstGeom>
          <a:noFill/>
          <a:ln w="0">
            <a:noFill/>
          </a:ln>
        </p:spPr>
        <p:txBody>
          <a:bodyPr lIns="0" tIns="91440" rIns="0" bIns="91440" anchor="t">
            <a:normAutofit/>
          </a:bodyPr>
          <a:p>
            <a:pPr marL="432000" indent="-324000">
              <a:lnSpc>
                <a:spcPct val="100000"/>
              </a:lnSpc>
              <a:spcBef>
                <a:spcPts val="1417"/>
              </a:spcBef>
              <a:buClr>
                <a:srgbClr val="FFFFFF"/>
              </a:buClr>
              <a:buSzPct val="45000"/>
              <a:buFont typeface="Wingdings"/>
              <a:buChar char=""/>
              <a:defRPr/>
            </a:pPr>
            <a:r>
              <a:rPr lang="en-US" sz="1600" b="0" strike="noStrike" spc="-1">
                <a:solidFill>
                  <a:srgbClr val="FFFFFF"/>
                </a:solidFill>
                <a:latin typeface="Lato"/>
                <a:ea typeface="Lato"/>
              </a:rPr>
              <a:t>Cette base de données OLAP suit un modèle en étoile :</a:t>
            </a:r>
            <a:endParaRPr lang="en-US" sz="1600" b="0" strike="noStrike" spc="-1">
              <a:latin typeface="Arial"/>
            </a:endParaRPr>
          </a:p>
          <a:p>
            <a:pPr marL="864000" lvl="1" indent="-324000">
              <a:lnSpc>
                <a:spcPct val="100000"/>
              </a:lnSpc>
              <a:spcBef>
                <a:spcPts val="1134"/>
              </a:spcBef>
              <a:buClr>
                <a:srgbClr val="FFFFFF"/>
              </a:buClr>
              <a:buSzPct val="75000"/>
              <a:buFont typeface="Symbol"/>
              <a:buChar char=""/>
              <a:defRPr/>
            </a:pPr>
            <a:r>
              <a:rPr lang="en-US" sz="1600" b="0" strike="noStrike" spc="-1">
                <a:solidFill>
                  <a:srgbClr val="FFFFFF"/>
                </a:solidFill>
                <a:latin typeface="Lato"/>
                <a:ea typeface="Lato"/>
              </a:rPr>
              <a:t>Table de faits (Vente Détail)</a:t>
            </a:r>
            <a:endParaRPr lang="en-US" sz="1600" b="0" strike="noStrike" spc="-1">
              <a:latin typeface="Arial"/>
            </a:endParaRPr>
          </a:p>
          <a:p>
            <a:pPr marL="864000" lvl="1" indent="-324000">
              <a:lnSpc>
                <a:spcPct val="100000"/>
              </a:lnSpc>
              <a:spcBef>
                <a:spcPts val="1134"/>
              </a:spcBef>
              <a:buClr>
                <a:srgbClr val="FFFFFF"/>
              </a:buClr>
              <a:buSzPct val="75000"/>
              <a:buFont typeface="Symbol"/>
              <a:buChar char=""/>
              <a:defRPr/>
            </a:pPr>
            <a:r>
              <a:rPr lang="en-US" sz="1600" b="0" strike="noStrike" spc="-1">
                <a:solidFill>
                  <a:srgbClr val="FFFFFF"/>
                </a:solidFill>
                <a:latin typeface="Lato"/>
                <a:ea typeface="Lato"/>
              </a:rPr>
              <a:t>Table de dimensions (Produits, Employés, Clients et Calendrier)</a:t>
            </a:r>
            <a:endParaRPr lang="en-US" sz="16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1" name="" descr=""/>
          <p:cNvPicPr/>
          <p:nvPr/>
        </p:nvPicPr>
        <p:blipFill>
          <a:blip r:embed="rId3"/>
          <a:stretch/>
        </p:blipFill>
        <p:spPr bwMode="auto">
          <a:xfrm>
            <a:off x="1297440" y="1204200"/>
            <a:ext cx="6017039" cy="3694680"/>
          </a:xfrm>
          <a:prstGeom prst="rect">
            <a:avLst/>
          </a:prstGeom>
          <a:ln w="0">
            <a:noFill/>
          </a:ln>
        </p:spPr>
      </p:pic>
      <p:sp>
        <p:nvSpPr>
          <p:cNvPr id="172"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Résultat des requêtes SQL</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Le chiffre d’affaires total pour le 14 Août</a:t>
            </a:r>
            <a:endParaRPr lang="en-US" sz="1900" b="0" strike="noStrike" spc="-1">
              <a:latin typeface="Arial"/>
            </a:endParaRPr>
          </a:p>
        </p:txBody>
      </p:sp>
      <p:sp>
        <p:nvSpPr>
          <p:cNvPr id="173" name=""/>
          <p:cNvSpPr/>
          <p:nvPr/>
        </p:nvSpPr>
        <p:spPr bwMode="auto">
          <a:xfrm>
            <a:off x="7315200" y="1143000"/>
            <a:ext cx="1828080" cy="857520"/>
          </a:xfrm>
          <a:prstGeom prst="rect">
            <a:avLst/>
          </a:prstGeom>
          <a:noFill/>
          <a:ln w="0">
            <a:noFill/>
          </a:ln>
        </p:spPr>
        <p:style>
          <a:lnRef idx="0"/>
          <a:fillRef idx="0"/>
          <a:effectRef idx="0"/>
          <a:fontRef idx="minor"/>
        </p:style>
        <p:txBody>
          <a:bodyPr lIns="90000" tIns="45000" rIns="90000" bIns="45000" anchor="t">
            <a:noAutofit/>
          </a:bodyPr>
          <a:p>
            <a:pPr>
              <a:lnSpc>
                <a:spcPct val="100000"/>
              </a:lnSpc>
              <a:buNone/>
              <a:defRPr/>
            </a:pPr>
            <a:r>
              <a:rPr lang="en-US" sz="1800" b="0" strike="noStrike" spc="-1">
                <a:solidFill>
                  <a:schemeClr val="bg1"/>
                </a:solidFill>
                <a:latin typeface="Arial"/>
                <a:ea typeface="DejaVu Sans"/>
              </a:rPr>
              <a:t>Chiffre d’affaires de 284243.88€</a:t>
            </a:r>
            <a:endParaRPr lang="en-US" sz="18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4" name="" descr=""/>
          <p:cNvPicPr/>
          <p:nvPr/>
        </p:nvPicPr>
        <p:blipFill>
          <a:blip r:embed="rId3"/>
          <a:stretch/>
        </p:blipFill>
        <p:spPr bwMode="auto">
          <a:xfrm>
            <a:off x="2743200" y="1180800"/>
            <a:ext cx="3731040" cy="3847680"/>
          </a:xfrm>
          <a:prstGeom prst="rect">
            <a:avLst/>
          </a:prstGeom>
          <a:ln w="0">
            <a:noFill/>
          </a:ln>
        </p:spPr>
      </p:pic>
      <p:sp>
        <p:nvSpPr>
          <p:cNvPr id="175"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a:bodyPr>
          <a:p>
            <a:pPr>
              <a:lnSpc>
                <a:spcPct val="100000"/>
              </a:lnSpc>
              <a:buNone/>
              <a:tabLst>
                <a:tab pos="0" algn="l"/>
              </a:tabLst>
              <a:defRPr/>
            </a:pPr>
            <a:r>
              <a:rPr lang="fr" sz="2400" b="0" strike="noStrike" spc="-1">
                <a:solidFill>
                  <a:srgbClr val="FFFFFF"/>
                </a:solidFill>
                <a:latin typeface="Montserrat"/>
                <a:ea typeface="Montserrat"/>
              </a:rPr>
              <a:t>Résultat des requêtes SQL</a:t>
            </a:r>
            <a:endParaRPr lang="en-US" sz="2400" b="0" strike="noStrike" spc="-1">
              <a:latin typeface="Arial"/>
            </a:endParaRPr>
          </a:p>
          <a:p>
            <a:pPr>
              <a:lnSpc>
                <a:spcPct val="100000"/>
              </a:lnSpc>
              <a:buNone/>
              <a:tabLst>
                <a:tab pos="0" algn="l"/>
              </a:tabLst>
              <a:defRPr/>
            </a:pPr>
            <a:r>
              <a:rPr lang="fr" sz="1900" b="0" strike="noStrike" spc="-1">
                <a:solidFill>
                  <a:srgbClr val="FFFFFF"/>
                </a:solidFill>
                <a:latin typeface="Montserrat"/>
                <a:ea typeface="Montserrat"/>
              </a:rPr>
              <a:t>Le chiffre d’affaires par client pour le top 10 des clients</a:t>
            </a:r>
            <a:endParaRPr lang="en-US" sz="19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6" name="" descr=""/>
          <p:cNvPicPr/>
          <p:nvPr/>
        </p:nvPicPr>
        <p:blipFill>
          <a:blip r:embed="rId3"/>
          <a:stretch/>
        </p:blipFill>
        <p:spPr bwMode="auto">
          <a:xfrm>
            <a:off x="1423800" y="1204200"/>
            <a:ext cx="6119280" cy="3824280"/>
          </a:xfrm>
          <a:prstGeom prst="rect">
            <a:avLst/>
          </a:prstGeom>
          <a:ln w="0">
            <a:noFill/>
          </a:ln>
        </p:spPr>
      </p:pic>
      <p:sp>
        <p:nvSpPr>
          <p:cNvPr id="177"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Autofit/>
          </a:bodyPr>
          <a:p>
            <a:pPr>
              <a:lnSpc>
                <a:spcPct val="100000"/>
              </a:lnSpc>
              <a:buNone/>
              <a:tabLst>
                <a:tab pos="0" algn="l"/>
              </a:tabLst>
              <a:defRPr/>
            </a:pPr>
            <a:r>
              <a:rPr lang="fr" sz="2400" b="0" strike="noStrike" spc="-1">
                <a:solidFill>
                  <a:srgbClr val="FFFFFF"/>
                </a:solidFill>
                <a:latin typeface="Montserrat"/>
                <a:ea typeface="Montserrat"/>
              </a:rPr>
              <a:t>Résultat des requêtes SQL</a:t>
            </a:r>
            <a:endParaRPr lang="en-US" sz="2400" b="0" strike="noStrike" spc="-1">
              <a:latin typeface="Arial"/>
            </a:endParaRPr>
          </a:p>
          <a:p>
            <a:pPr>
              <a:lnSpc>
                <a:spcPct val="100000"/>
              </a:lnSpc>
              <a:buNone/>
              <a:tabLst>
                <a:tab pos="0" algn="l"/>
              </a:tabLst>
              <a:defRPr/>
            </a:pPr>
            <a:r>
              <a:rPr lang="fr" sz="1850" b="0" strike="noStrike" spc="-1">
                <a:solidFill>
                  <a:srgbClr val="FFFFFF"/>
                </a:solidFill>
                <a:latin typeface="Montserrat"/>
                <a:ea typeface="Montserrat"/>
              </a:rPr>
              <a:t>Le chiffre d’affaires encaissé par employé (requête)</a:t>
            </a:r>
            <a:endParaRPr lang="en-US" sz="1850" b="0" strike="noStrike" spc="-1">
              <a:latin typeface="Arial"/>
            </a:endParaRPr>
          </a:p>
          <a:p>
            <a:pPr>
              <a:lnSpc>
                <a:spcPct val="100000"/>
              </a:lnSpc>
              <a:buNone/>
              <a:tabLst>
                <a:tab pos="0" algn="l"/>
              </a:tabLst>
              <a:defRPr/>
            </a:pPr>
            <a:endParaRPr lang="en-US" sz="24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Autofit/>
          </a:bodyPr>
          <a:p>
            <a:pPr>
              <a:lnSpc>
                <a:spcPct val="100000"/>
              </a:lnSpc>
              <a:buNone/>
              <a:tabLst>
                <a:tab pos="0" algn="l"/>
              </a:tabLst>
              <a:defRPr/>
            </a:pPr>
            <a:r>
              <a:rPr lang="fr" sz="2400" b="0" strike="noStrike" spc="-1">
                <a:solidFill>
                  <a:srgbClr val="FFFFFF"/>
                </a:solidFill>
                <a:latin typeface="Montserrat"/>
                <a:ea typeface="Montserrat"/>
              </a:rPr>
              <a:t>Résultat des requêtes SQL</a:t>
            </a:r>
            <a:endParaRPr lang="en-US" sz="2400" b="0" strike="noStrike" spc="-1">
              <a:latin typeface="Arial"/>
            </a:endParaRPr>
          </a:p>
          <a:p>
            <a:pPr>
              <a:lnSpc>
                <a:spcPct val="100000"/>
              </a:lnSpc>
              <a:buNone/>
              <a:tabLst>
                <a:tab pos="0" algn="l"/>
              </a:tabLst>
              <a:defRPr/>
            </a:pPr>
            <a:r>
              <a:rPr lang="fr" sz="1850" b="0" strike="noStrike" spc="-1">
                <a:solidFill>
                  <a:srgbClr val="FFFFFF"/>
                </a:solidFill>
                <a:latin typeface="Montserrat"/>
                <a:ea typeface="Montserrat"/>
              </a:rPr>
              <a:t>Le chiffre d’affaires encaissé par employé (résultat 1/2)</a:t>
            </a:r>
            <a:endParaRPr lang="en-US" sz="1850" b="0" strike="noStrike" spc="-1">
              <a:latin typeface="Arial"/>
            </a:endParaRPr>
          </a:p>
          <a:p>
            <a:pPr>
              <a:lnSpc>
                <a:spcPct val="100000"/>
              </a:lnSpc>
              <a:buNone/>
              <a:tabLst>
                <a:tab pos="0" algn="l"/>
              </a:tabLst>
              <a:defRPr/>
            </a:pPr>
            <a:endParaRPr lang="en-US" sz="2400" b="0" strike="noStrike" spc="-1">
              <a:latin typeface="Arial"/>
            </a:endParaRPr>
          </a:p>
        </p:txBody>
      </p:sp>
      <p:pic>
        <p:nvPicPr>
          <p:cNvPr id="179" name="" descr=""/>
          <p:cNvPicPr/>
          <p:nvPr/>
        </p:nvPicPr>
        <p:blipFill>
          <a:blip r:embed="rId3"/>
          <a:stretch/>
        </p:blipFill>
        <p:spPr bwMode="auto">
          <a:xfrm>
            <a:off x="2267640" y="1143000"/>
            <a:ext cx="4589640" cy="392112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Autofit/>
          </a:bodyPr>
          <a:p>
            <a:pPr>
              <a:lnSpc>
                <a:spcPct val="100000"/>
              </a:lnSpc>
              <a:buNone/>
              <a:tabLst>
                <a:tab pos="0" algn="l"/>
              </a:tabLst>
              <a:defRPr/>
            </a:pPr>
            <a:r>
              <a:rPr lang="fr" sz="2400" b="0" strike="noStrike" spc="-1">
                <a:solidFill>
                  <a:srgbClr val="FFFFFF"/>
                </a:solidFill>
                <a:latin typeface="Montserrat"/>
                <a:ea typeface="Montserrat"/>
              </a:rPr>
              <a:t>Résultat des requêtes SQL</a:t>
            </a:r>
            <a:endParaRPr lang="en-US" sz="2400" b="0" strike="noStrike" spc="-1">
              <a:latin typeface="Arial"/>
            </a:endParaRPr>
          </a:p>
          <a:p>
            <a:pPr>
              <a:lnSpc>
                <a:spcPct val="100000"/>
              </a:lnSpc>
              <a:buNone/>
              <a:tabLst>
                <a:tab pos="0" algn="l"/>
              </a:tabLst>
              <a:defRPr/>
            </a:pPr>
            <a:r>
              <a:rPr lang="fr" sz="1850" b="0" strike="noStrike" spc="-1">
                <a:solidFill>
                  <a:srgbClr val="FFFFFF"/>
                </a:solidFill>
                <a:latin typeface="Montserrat"/>
                <a:ea typeface="Montserrat"/>
              </a:rPr>
              <a:t>Le chiffre d’affaires encaissé par employé (résultat 2/2)</a:t>
            </a:r>
            <a:endParaRPr lang="en-US" sz="1850" b="0" strike="noStrike" spc="-1">
              <a:latin typeface="Arial"/>
            </a:endParaRPr>
          </a:p>
          <a:p>
            <a:pPr>
              <a:lnSpc>
                <a:spcPct val="100000"/>
              </a:lnSpc>
              <a:buNone/>
              <a:tabLst>
                <a:tab pos="0" algn="l"/>
              </a:tabLst>
              <a:defRPr/>
            </a:pPr>
            <a:endParaRPr lang="en-US" sz="2400" b="0" strike="noStrike" spc="-1">
              <a:latin typeface="Arial"/>
            </a:endParaRPr>
          </a:p>
        </p:txBody>
      </p:sp>
      <p:pic>
        <p:nvPicPr>
          <p:cNvPr id="181" name="" descr=""/>
          <p:cNvPicPr/>
          <p:nvPr/>
        </p:nvPicPr>
        <p:blipFill>
          <a:blip r:embed="rId3"/>
          <a:stretch/>
        </p:blipFill>
        <p:spPr bwMode="auto">
          <a:xfrm>
            <a:off x="2267640" y="1143000"/>
            <a:ext cx="4589640" cy="392112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fontScale="99000"/>
          </a:bodyPr>
          <a:p>
            <a:pPr>
              <a:lnSpc>
                <a:spcPct val="100000"/>
              </a:lnSpc>
              <a:buNone/>
              <a:tabLst>
                <a:tab pos="0" algn="l"/>
              </a:tabLst>
              <a:defRPr/>
            </a:pPr>
            <a:r>
              <a:rPr lang="fr" sz="2400" b="0" strike="noStrike" spc="-1">
                <a:solidFill>
                  <a:srgbClr val="FFFFFF"/>
                </a:solidFill>
                <a:latin typeface="Montserrat"/>
                <a:ea typeface="Montserrat"/>
              </a:rPr>
              <a:t>Analyse des logs</a:t>
            </a:r>
            <a:endParaRPr lang="en-US" sz="2400" b="0" strike="noStrike" spc="-1">
              <a:latin typeface="Arial"/>
            </a:endParaRPr>
          </a:p>
          <a:p>
            <a:pPr>
              <a:lnSpc>
                <a:spcPct val="100000"/>
              </a:lnSpc>
              <a:buNone/>
              <a:tabLst>
                <a:tab pos="0" algn="l"/>
              </a:tabLst>
              <a:defRPr/>
            </a:pPr>
            <a:r>
              <a:rPr lang="fr" sz="2400" b="0" strike="noStrike" spc="-1">
                <a:solidFill>
                  <a:srgbClr val="FFFFFF"/>
                </a:solidFill>
                <a:latin typeface="Montserrat"/>
                <a:ea typeface="Montserrat"/>
              </a:rPr>
              <a:t>Dictionnaire des données et explications</a:t>
            </a:r>
            <a:endParaRPr lang="en-US" sz="2400" b="0" strike="noStrike" spc="-1">
              <a:latin typeface="Arial"/>
            </a:endParaRPr>
          </a:p>
        </p:txBody>
      </p:sp>
      <p:sp>
        <p:nvSpPr>
          <p:cNvPr id="183" name="PlaceHolder 2"/>
          <p:cNvSpPr>
            <a:spLocks noGrp="1"/>
          </p:cNvSpPr>
          <p:nvPr>
            <p:ph/>
          </p:nvPr>
        </p:nvSpPr>
        <p:spPr bwMode="auto">
          <a:xfrm>
            <a:off x="1297440" y="1567440"/>
            <a:ext cx="7037640" cy="2909880"/>
          </a:xfrm>
          <a:prstGeom prst="rect">
            <a:avLst/>
          </a:prstGeom>
          <a:noFill/>
          <a:ln w="0">
            <a:noFill/>
          </a:ln>
        </p:spPr>
        <p:txBody>
          <a:bodyPr lIns="0" tIns="91440" rIns="0" bIns="91440" anchor="t">
            <a:normAutofit/>
          </a:bodyPr>
          <a:p>
            <a:pPr>
              <a:lnSpc>
                <a:spcPct val="114999"/>
              </a:lnSpc>
              <a:buNone/>
              <a:tabLst>
                <a:tab pos="0" algn="l"/>
              </a:tabLst>
              <a:defRPr/>
            </a:pPr>
            <a:r>
              <a:rPr lang="fr" sz="1300" b="0" strike="noStrike" spc="-1">
                <a:solidFill>
                  <a:srgbClr val="FFFFFF"/>
                </a:solidFill>
                <a:latin typeface="Lato"/>
                <a:ea typeface="Lato"/>
              </a:rPr>
              <a:t>Nombre de logs</a:t>
            </a:r>
            <a:endParaRPr lang="en-US" sz="1300" b="0" strike="noStrike" spc="-1">
              <a:latin typeface="Arial"/>
            </a:endParaRPr>
          </a:p>
          <a:p>
            <a:pPr>
              <a:lnSpc>
                <a:spcPct val="114999"/>
              </a:lnSpc>
              <a:spcBef>
                <a:spcPts val="1199"/>
              </a:spcBef>
              <a:buNone/>
              <a:tabLst>
                <a:tab pos="0" algn="l"/>
              </a:tabLst>
              <a:defRPr/>
            </a:pPr>
            <a:r>
              <a:rPr lang="fr" sz="1300" b="0" strike="noStrike" spc="-1">
                <a:solidFill>
                  <a:srgbClr val="FFFFFF"/>
                </a:solidFill>
                <a:latin typeface="Lato"/>
                <a:ea typeface="Lato"/>
              </a:rPr>
              <a:t>Nombre de logs par action</a:t>
            </a:r>
            <a:endParaRPr lang="en-US" sz="1300" b="0" strike="noStrike" spc="-1">
              <a:latin typeface="Arial"/>
            </a:endParaRPr>
          </a:p>
          <a:p>
            <a:pPr>
              <a:lnSpc>
                <a:spcPct val="114999"/>
              </a:lnSpc>
              <a:spcBef>
                <a:spcPts val="1199"/>
              </a:spcBef>
              <a:buNone/>
              <a:tabLst>
                <a:tab pos="0" algn="l"/>
              </a:tabLst>
              <a:defRPr/>
            </a:pPr>
            <a:r>
              <a:rPr lang="fr" sz="1300" b="0" strike="noStrike" spc="-1">
                <a:solidFill>
                  <a:srgbClr val="FFFFFF"/>
                </a:solidFill>
                <a:latin typeface="Lato"/>
                <a:ea typeface="Lato"/>
              </a:rPr>
              <a:t>Explication des logs (quelle table, quelle modification…)</a:t>
            </a:r>
            <a:endParaRPr lang="en-US" sz="1300" b="0" strike="noStrike" spc="-1">
              <a:latin typeface="Arial"/>
            </a:endParaRPr>
          </a:p>
          <a:p>
            <a:pPr>
              <a:lnSpc>
                <a:spcPct val="114999"/>
              </a:lnSpc>
              <a:spcBef>
                <a:spcPts val="1199"/>
              </a:spcBef>
              <a:spcAft>
                <a:spcPts val="1199"/>
              </a:spcAft>
              <a:buNone/>
              <a:tabLst>
                <a:tab pos="0" algn="l"/>
              </a:tabLst>
              <a:defRPr/>
            </a:pPr>
            <a:endParaRPr lang="en-US" sz="13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fontScale="99000"/>
          </a:bodyPr>
          <a:p>
            <a:pPr>
              <a:lnSpc>
                <a:spcPct val="100000"/>
              </a:lnSpc>
              <a:buNone/>
              <a:tabLst>
                <a:tab pos="0" algn="l"/>
              </a:tabLst>
              <a:defRPr/>
            </a:pPr>
            <a:r>
              <a:rPr lang="fr" sz="2400" b="0" strike="noStrike" spc="-1">
                <a:solidFill>
                  <a:srgbClr val="FFFFFF"/>
                </a:solidFill>
                <a:latin typeface="Montserrat"/>
                <a:ea typeface="Montserrat"/>
              </a:rPr>
              <a:t>Compréhension des problèmes sur la base des logs</a:t>
            </a:r>
            <a:endParaRPr lang="en-US" sz="2400" b="0" strike="noStrike" spc="-1">
              <a:latin typeface="Arial"/>
            </a:endParaRPr>
          </a:p>
        </p:txBody>
      </p:sp>
      <p:sp>
        <p:nvSpPr>
          <p:cNvPr id="185" name="PlaceHolder 2"/>
          <p:cNvSpPr>
            <a:spLocks noGrp="1"/>
          </p:cNvSpPr>
          <p:nvPr>
            <p:ph/>
          </p:nvPr>
        </p:nvSpPr>
        <p:spPr bwMode="auto">
          <a:xfrm>
            <a:off x="1297440" y="1143000"/>
            <a:ext cx="7037640" cy="2909880"/>
          </a:xfrm>
          <a:prstGeom prst="rect">
            <a:avLst/>
          </a:prstGeom>
          <a:noFill/>
          <a:ln w="0">
            <a:noFill/>
          </a:ln>
        </p:spPr>
        <p:txBody>
          <a:bodyPr lIns="0" tIns="91440" rIns="0" bIns="91440" anchor="t">
            <a:normAutofit/>
          </a:bodyPr>
          <a:p>
            <a:pPr marL="432000" indent="-324000">
              <a:lnSpc>
                <a:spcPct val="100000"/>
              </a:lnSpc>
              <a:buClr>
                <a:srgbClr val="FFFFFF"/>
              </a:buClr>
              <a:buFont typeface="Wingdings"/>
              <a:buChar char=""/>
              <a:defRPr/>
            </a:pPr>
            <a:r>
              <a:rPr lang="en-US" sz="1600" b="0" strike="noStrike" spc="-1">
                <a:solidFill>
                  <a:schemeClr val="bg1"/>
                </a:solidFill>
                <a:latin typeface="Arial"/>
              </a:rPr>
              <a:t>Nombre de logs</a:t>
            </a:r>
            <a:endParaRPr lang="en-US" sz="1600" b="0" strike="noStrike" spc="-1">
              <a:latin typeface="Arial"/>
            </a:endParaRPr>
          </a:p>
        </p:txBody>
      </p:sp>
      <p:pic>
        <p:nvPicPr>
          <p:cNvPr id="186" name="" descr=""/>
          <p:cNvPicPr/>
          <p:nvPr/>
        </p:nvPicPr>
        <p:blipFill>
          <a:blip r:embed="rId3"/>
          <a:stretch/>
        </p:blipFill>
        <p:spPr bwMode="auto">
          <a:xfrm>
            <a:off x="2797560" y="1828800"/>
            <a:ext cx="4267800" cy="276120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fontScale="99000"/>
          </a:bodyPr>
          <a:p>
            <a:pPr>
              <a:lnSpc>
                <a:spcPct val="100000"/>
              </a:lnSpc>
              <a:buNone/>
              <a:tabLst>
                <a:tab pos="0" algn="l"/>
              </a:tabLst>
              <a:defRPr/>
            </a:pPr>
            <a:r>
              <a:rPr lang="fr" sz="2400" b="0" strike="noStrike" spc="-1">
                <a:solidFill>
                  <a:srgbClr val="FFFFFF"/>
                </a:solidFill>
                <a:latin typeface="Montserrat"/>
                <a:ea typeface="Montserrat"/>
              </a:rPr>
              <a:t>Compréhension des problèmes sur la base des logs</a:t>
            </a:r>
            <a:endParaRPr lang="en-US" sz="2400" b="0" strike="noStrike" spc="-1">
              <a:latin typeface="Arial"/>
            </a:endParaRPr>
          </a:p>
        </p:txBody>
      </p:sp>
      <p:sp>
        <p:nvSpPr>
          <p:cNvPr id="188" name="PlaceHolder 2"/>
          <p:cNvSpPr>
            <a:spLocks noGrp="1"/>
          </p:cNvSpPr>
          <p:nvPr>
            <p:ph/>
          </p:nvPr>
        </p:nvSpPr>
        <p:spPr bwMode="auto">
          <a:xfrm>
            <a:off x="1297440" y="1143000"/>
            <a:ext cx="7037640" cy="2909880"/>
          </a:xfrm>
          <a:prstGeom prst="rect">
            <a:avLst/>
          </a:prstGeom>
          <a:noFill/>
          <a:ln w="0">
            <a:noFill/>
          </a:ln>
        </p:spPr>
        <p:txBody>
          <a:bodyPr lIns="0" tIns="91440" rIns="0" bIns="91440" anchor="t">
            <a:normAutofit/>
          </a:bodyPr>
          <a:p>
            <a:pPr marL="432000" indent="-324000">
              <a:lnSpc>
                <a:spcPct val="100000"/>
              </a:lnSpc>
              <a:buClr>
                <a:srgbClr val="FFFFFF"/>
              </a:buClr>
              <a:buFont typeface="Wingdings"/>
              <a:buChar char=""/>
              <a:defRPr/>
            </a:pPr>
            <a:r>
              <a:rPr lang="en-US" sz="1600" b="0" strike="noStrike" spc="-1">
                <a:solidFill>
                  <a:schemeClr val="bg1"/>
                </a:solidFill>
                <a:latin typeface="Arial"/>
              </a:rPr>
              <a:t>Nombre de logs par action</a:t>
            </a:r>
            <a:endParaRPr lang="en-US" sz="1600" b="0" strike="noStrike" spc="-1">
              <a:latin typeface="Arial"/>
            </a:endParaRPr>
          </a:p>
        </p:txBody>
      </p:sp>
      <p:pic>
        <p:nvPicPr>
          <p:cNvPr id="189" name="" descr=""/>
          <p:cNvPicPr/>
          <p:nvPr/>
        </p:nvPicPr>
        <p:blipFill>
          <a:blip r:embed="rId3"/>
          <a:stretch/>
        </p:blipFill>
        <p:spPr bwMode="auto">
          <a:xfrm>
            <a:off x="2797560" y="1828800"/>
            <a:ext cx="4267800" cy="276120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fontScale="99000"/>
          </a:bodyPr>
          <a:p>
            <a:pPr>
              <a:lnSpc>
                <a:spcPct val="100000"/>
              </a:lnSpc>
              <a:buNone/>
              <a:tabLst>
                <a:tab pos="0" algn="l"/>
              </a:tabLst>
              <a:defRPr/>
            </a:pPr>
            <a:r>
              <a:rPr lang="fr" sz="2400" b="0" strike="noStrike" spc="-1">
                <a:solidFill>
                  <a:srgbClr val="FFFFFF"/>
                </a:solidFill>
                <a:latin typeface="Montserrat"/>
                <a:ea typeface="Montserrat"/>
              </a:rPr>
              <a:t>Compréhension des problèmes sur la base des logs</a:t>
            </a:r>
            <a:endParaRPr lang="en-US" sz="2400" b="0" strike="noStrike" spc="-1">
              <a:latin typeface="Arial"/>
            </a:endParaRPr>
          </a:p>
        </p:txBody>
      </p:sp>
      <p:sp>
        <p:nvSpPr>
          <p:cNvPr id="191" name="PlaceHolder 2"/>
          <p:cNvSpPr>
            <a:spLocks noGrp="1"/>
          </p:cNvSpPr>
          <p:nvPr>
            <p:ph/>
          </p:nvPr>
        </p:nvSpPr>
        <p:spPr bwMode="auto">
          <a:xfrm>
            <a:off x="1297440" y="1143000"/>
            <a:ext cx="7037640" cy="2909880"/>
          </a:xfrm>
          <a:prstGeom prst="rect">
            <a:avLst/>
          </a:prstGeom>
          <a:noFill/>
          <a:ln w="0">
            <a:noFill/>
          </a:ln>
        </p:spPr>
        <p:txBody>
          <a:bodyPr lIns="0" tIns="91440" rIns="0" bIns="91440" anchor="t">
            <a:normAutofit/>
          </a:bodyPr>
          <a:p>
            <a:pPr marL="432000" indent="-324000">
              <a:lnSpc>
                <a:spcPct val="100000"/>
              </a:lnSpc>
              <a:buClr>
                <a:srgbClr val="FFFFFF"/>
              </a:buClr>
              <a:buFont typeface="Wingdings"/>
              <a:buChar char=""/>
              <a:defRPr/>
            </a:pPr>
            <a:r>
              <a:rPr lang="en-US" sz="1800" b="0" strike="noStrike" spc="-1">
                <a:solidFill>
                  <a:schemeClr val="bg1"/>
                </a:solidFill>
                <a:latin typeface="Arial"/>
              </a:rPr>
              <a:t>Lignes des produits d’une même vente enregistrées le jour d’après</a:t>
            </a:r>
            <a:endParaRPr lang="en-US" sz="1800" b="0" strike="noStrike" spc="-1">
              <a:latin typeface="Arial"/>
            </a:endParaRPr>
          </a:p>
        </p:txBody>
      </p:sp>
      <p:pic>
        <p:nvPicPr>
          <p:cNvPr id="192" name="" descr=""/>
          <p:cNvPicPr/>
          <p:nvPr/>
        </p:nvPicPr>
        <p:blipFill>
          <a:blip r:embed="rId3"/>
          <a:stretch/>
        </p:blipFill>
        <p:spPr bwMode="auto">
          <a:xfrm>
            <a:off x="2971800" y="1485720"/>
            <a:ext cx="3349440" cy="354276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fontScale="99000"/>
          </a:bodyPr>
          <a:p>
            <a:pPr>
              <a:lnSpc>
                <a:spcPct val="100000"/>
              </a:lnSpc>
              <a:buNone/>
              <a:tabLst>
                <a:tab pos="0" algn="l"/>
              </a:tabLst>
              <a:defRPr/>
            </a:pPr>
            <a:r>
              <a:rPr lang="fr" sz="2400" b="0" strike="noStrike" spc="-1">
                <a:solidFill>
                  <a:srgbClr val="FFFFFF"/>
                </a:solidFill>
                <a:latin typeface="Montserrat"/>
                <a:ea typeface="Montserrat"/>
              </a:rPr>
              <a:t>Compréhension des problèmes sur la base des logs</a:t>
            </a:r>
            <a:endParaRPr lang="en-US" sz="2400" b="0" strike="noStrike" spc="-1">
              <a:latin typeface="Arial"/>
            </a:endParaRPr>
          </a:p>
        </p:txBody>
      </p:sp>
      <p:sp>
        <p:nvSpPr>
          <p:cNvPr id="194" name="PlaceHolder 2"/>
          <p:cNvSpPr>
            <a:spLocks noGrp="1"/>
          </p:cNvSpPr>
          <p:nvPr>
            <p:ph/>
          </p:nvPr>
        </p:nvSpPr>
        <p:spPr bwMode="auto">
          <a:xfrm>
            <a:off x="1648440" y="1143000"/>
            <a:ext cx="7037640" cy="2909880"/>
          </a:xfrm>
          <a:prstGeom prst="rect">
            <a:avLst/>
          </a:prstGeom>
          <a:noFill/>
          <a:ln w="0">
            <a:noFill/>
          </a:ln>
        </p:spPr>
        <p:txBody>
          <a:bodyPr lIns="0" tIns="91440" rIns="0" bIns="91440" anchor="t">
            <a:normAutofit/>
          </a:bodyPr>
          <a:p>
            <a:pPr marL="432000" indent="-324000">
              <a:lnSpc>
                <a:spcPct val="100000"/>
              </a:lnSpc>
              <a:spcBef>
                <a:spcPts val="1417"/>
              </a:spcBef>
              <a:buClr>
                <a:srgbClr val="FFFFFF"/>
              </a:buClr>
              <a:buSzPct val="45000"/>
              <a:buFont typeface="Wingdings"/>
              <a:buChar char=""/>
              <a:defRPr/>
            </a:pPr>
            <a:r>
              <a:rPr lang="en-US" sz="1600" b="0" strike="noStrike" spc="-1">
                <a:solidFill>
                  <a:schemeClr val="bg1"/>
                </a:solidFill>
                <a:latin typeface="Arial"/>
              </a:rPr>
              <a:t>Différence de montant entre le 14 et le 15 août 2024</a:t>
            </a:r>
            <a:endParaRPr lang="en-US" sz="1600" b="0" strike="noStrike" spc="-1">
              <a:latin typeface="Arial"/>
            </a:endParaRPr>
          </a:p>
        </p:txBody>
      </p:sp>
      <p:pic>
        <p:nvPicPr>
          <p:cNvPr id="195" name="" descr=""/>
          <p:cNvPicPr/>
          <p:nvPr/>
        </p:nvPicPr>
        <p:blipFill>
          <a:blip r:embed="rId3"/>
          <a:stretch/>
        </p:blipFill>
        <p:spPr bwMode="auto">
          <a:xfrm>
            <a:off x="2286000" y="1524600"/>
            <a:ext cx="4342680" cy="356040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fontScale="99000"/>
          </a:bodyPr>
          <a:p>
            <a:pPr>
              <a:lnSpc>
                <a:spcPct val="100000"/>
              </a:lnSpc>
              <a:buNone/>
              <a:tabLst>
                <a:tab pos="0" algn="l"/>
              </a:tabLst>
              <a:defRPr/>
            </a:pPr>
            <a:r>
              <a:rPr lang="fr" sz="2400" b="0" strike="noStrike" spc="-1">
                <a:solidFill>
                  <a:srgbClr val="FFFFFF"/>
                </a:solidFill>
                <a:latin typeface="Montserrat"/>
                <a:ea typeface="Montserrat"/>
              </a:rPr>
              <a:t>Compréhension des problèmes sur la base des logs</a:t>
            </a:r>
            <a:endParaRPr lang="en-US" sz="2400" b="0" strike="noStrike" spc="-1">
              <a:latin typeface="Arial"/>
            </a:endParaRPr>
          </a:p>
        </p:txBody>
      </p:sp>
      <p:sp>
        <p:nvSpPr>
          <p:cNvPr id="197" name="PlaceHolder 2"/>
          <p:cNvSpPr>
            <a:spLocks noGrp="1"/>
          </p:cNvSpPr>
          <p:nvPr>
            <p:ph/>
          </p:nvPr>
        </p:nvSpPr>
        <p:spPr bwMode="auto">
          <a:xfrm>
            <a:off x="1648440" y="1143000"/>
            <a:ext cx="7037640" cy="2909880"/>
          </a:xfrm>
          <a:prstGeom prst="rect">
            <a:avLst/>
          </a:prstGeom>
          <a:noFill/>
          <a:ln w="0">
            <a:noFill/>
          </a:ln>
        </p:spPr>
        <p:txBody>
          <a:bodyPr lIns="0" tIns="91440" rIns="0" bIns="91440" anchor="t">
            <a:normAutofit/>
          </a:bodyPr>
          <a:p>
            <a:pPr marL="432000" indent="-324000">
              <a:lnSpc>
                <a:spcPct val="100000"/>
              </a:lnSpc>
              <a:spcBef>
                <a:spcPts val="1417"/>
              </a:spcBef>
              <a:buClr>
                <a:srgbClr val="FFFFFF"/>
              </a:buClr>
              <a:buSzPct val="45000"/>
              <a:buFont typeface="Wingdings"/>
              <a:buChar char=""/>
              <a:defRPr/>
            </a:pPr>
            <a:r>
              <a:rPr lang="en-US" sz="1600" b="0" strike="noStrike" spc="-1">
                <a:solidFill>
                  <a:schemeClr val="bg1"/>
                </a:solidFill>
                <a:latin typeface="Arial"/>
              </a:rPr>
              <a:t>Fonctionnement des logs</a:t>
            </a:r>
            <a:endParaRPr lang="en-US" sz="1600" b="0" strike="noStrike" spc="-1">
              <a:latin typeface="Arial"/>
            </a:endParaRPr>
          </a:p>
        </p:txBody>
      </p:sp>
      <p:pic>
        <p:nvPicPr>
          <p:cNvPr id="198" name="" descr=""/>
          <p:cNvPicPr/>
          <p:nvPr/>
        </p:nvPicPr>
        <p:blipFill>
          <a:blip r:embed="rId3"/>
          <a:stretch/>
        </p:blipFill>
        <p:spPr bwMode="auto">
          <a:xfrm>
            <a:off x="6480" y="2168640"/>
            <a:ext cx="9143280" cy="194580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rmAutofit fontScale="99000"/>
          </a:bodyPr>
          <a:p>
            <a:pPr>
              <a:lnSpc>
                <a:spcPct val="100000"/>
              </a:lnSpc>
              <a:buNone/>
              <a:tabLst>
                <a:tab pos="0" algn="l"/>
              </a:tabLst>
              <a:defRPr/>
            </a:pPr>
            <a:r>
              <a:rPr lang="fr" sz="2400" b="0" strike="noStrike" spc="-1">
                <a:solidFill>
                  <a:srgbClr val="FFFFFF"/>
                </a:solidFill>
                <a:latin typeface="Montserrat"/>
                <a:ea typeface="Montserrat"/>
              </a:rPr>
              <a:t>Compréhension des problèmes sur la base des logs</a:t>
            </a:r>
            <a:endParaRPr lang="en-US" sz="2400" b="0" strike="noStrike" spc="-1">
              <a:latin typeface="Arial"/>
            </a:endParaRPr>
          </a:p>
        </p:txBody>
      </p:sp>
      <p:sp>
        <p:nvSpPr>
          <p:cNvPr id="200" name="PlaceHolder 2"/>
          <p:cNvSpPr>
            <a:spLocks noGrp="1"/>
          </p:cNvSpPr>
          <p:nvPr>
            <p:ph/>
          </p:nvPr>
        </p:nvSpPr>
        <p:spPr bwMode="auto">
          <a:xfrm>
            <a:off x="1648440" y="1143000"/>
            <a:ext cx="7037640" cy="2909880"/>
          </a:xfrm>
          <a:prstGeom prst="rect">
            <a:avLst/>
          </a:prstGeom>
          <a:noFill/>
          <a:ln w="0">
            <a:noFill/>
          </a:ln>
        </p:spPr>
        <p:txBody>
          <a:bodyPr lIns="0" tIns="91440" rIns="0" bIns="91440" anchor="t">
            <a:normAutofit/>
          </a:bodyPr>
          <a:p>
            <a:pPr marL="432000" indent="-324000">
              <a:lnSpc>
                <a:spcPct val="100000"/>
              </a:lnSpc>
              <a:spcBef>
                <a:spcPts val="1417"/>
              </a:spcBef>
              <a:buClr>
                <a:srgbClr val="FFFFFF"/>
              </a:buClr>
              <a:buSzPct val="45000"/>
              <a:buFont typeface="Wingdings"/>
              <a:buChar char=""/>
              <a:defRPr/>
            </a:pPr>
            <a:r>
              <a:rPr lang="en-US" sz="1600" b="0" strike="noStrike" spc="-1">
                <a:solidFill>
                  <a:schemeClr val="bg1"/>
                </a:solidFill>
                <a:latin typeface="Arial"/>
              </a:rPr>
              <a:t>Conclusion des Logs</a:t>
            </a:r>
            <a:endParaRPr lang="en-US" sz="1600" b="0" strike="noStrike" spc="-1">
              <a:latin typeface="Arial"/>
            </a:endParaRPr>
          </a:p>
        </p:txBody>
      </p:sp>
      <p:sp>
        <p:nvSpPr>
          <p:cNvPr id="201" name=""/>
          <p:cNvSpPr/>
          <p:nvPr/>
        </p:nvSpPr>
        <p:spPr bwMode="auto">
          <a:xfrm>
            <a:off x="1371600" y="1894680"/>
            <a:ext cx="7086240" cy="2905560"/>
          </a:xfrm>
          <a:prstGeom prst="rect">
            <a:avLst/>
          </a:prstGeom>
          <a:noFill/>
          <a:ln w="0">
            <a:noFill/>
          </a:ln>
        </p:spPr>
        <p:style>
          <a:lnRef idx="0"/>
          <a:fillRef idx="0"/>
          <a:effectRef idx="0"/>
          <a:fontRef idx="minor"/>
        </p:style>
        <p:txBody>
          <a:bodyPr lIns="90000" tIns="45000" rIns="90000" bIns="45000" anchor="t">
            <a:noAutofit/>
          </a:bodyPr>
          <a:p>
            <a:pPr>
              <a:lnSpc>
                <a:spcPct val="100000"/>
              </a:lnSpc>
              <a:buNone/>
              <a:defRPr/>
            </a:pPr>
            <a:r>
              <a:rPr lang="en-US" sz="1800" b="0" strike="noStrike" spc="-1">
                <a:solidFill>
                  <a:schemeClr val="bg1"/>
                </a:solidFill>
                <a:latin typeface="Arial"/>
              </a:rPr>
              <a:t>- Aucun indicateur en commun pour toutes les lignes concernées (employé, produits, etc…)</a:t>
            </a:r>
            <a:endParaRPr sz="1800" b="0" strike="noStrike" spc="-1">
              <a:solidFill>
                <a:schemeClr val="bg1"/>
              </a:solidFill>
              <a:latin typeface="Arial"/>
            </a:endParaRPr>
          </a:p>
          <a:p>
            <a:pPr>
              <a:lnSpc>
                <a:spcPct val="100000"/>
              </a:lnSpc>
              <a:buNone/>
              <a:defRPr/>
            </a:pPr>
            <a:endParaRPr sz="1800" b="0" strike="noStrike" spc="-1">
              <a:solidFill>
                <a:schemeClr val="bg1"/>
              </a:solidFill>
              <a:latin typeface="Arial"/>
            </a:endParaRPr>
          </a:p>
          <a:p>
            <a:pPr>
              <a:lnSpc>
                <a:spcPct val="100000"/>
              </a:lnSpc>
              <a:buNone/>
              <a:defRPr/>
            </a:pPr>
            <a:endParaRPr sz="1800" b="0" strike="noStrike" spc="-1">
              <a:solidFill>
                <a:schemeClr val="bg1"/>
              </a:solidFill>
              <a:latin typeface="Arial"/>
            </a:endParaRPr>
          </a:p>
          <a:p>
            <a:pPr>
              <a:lnSpc>
                <a:spcPct val="100000"/>
              </a:lnSpc>
              <a:buNone/>
              <a:defRPr/>
            </a:pPr>
            <a:endParaRPr sz="1800" b="0" strike="noStrike" spc="-1">
              <a:solidFill>
                <a:schemeClr val="bg1"/>
              </a:solidFill>
              <a:latin typeface="Arial"/>
            </a:endParaRPr>
          </a:p>
          <a:p>
            <a:pPr>
              <a:lnSpc>
                <a:spcPct val="100000"/>
              </a:lnSpc>
              <a:buNone/>
              <a:defRPr/>
            </a:pPr>
            <a:r>
              <a:rPr lang="en-US" sz="1800" b="0" strike="noStrike" spc="-1">
                <a:solidFill>
                  <a:schemeClr val="bg1"/>
                </a:solidFill>
                <a:latin typeface="Arial"/>
              </a:rPr>
              <a:t>- Données intégrées le lendemain à la bonne date</a:t>
            </a:r>
            <a:endParaRPr sz="1800" b="0" strike="noStrike" spc="-1">
              <a:solidFill>
                <a:schemeClr val="bg1"/>
              </a:solidFill>
              <a:latin typeface="Arial"/>
            </a:endParaRPr>
          </a:p>
          <a:p>
            <a:pPr>
              <a:lnSpc>
                <a:spcPct val="100000"/>
              </a:lnSpc>
              <a:buNone/>
              <a:defRPr/>
            </a:pPr>
            <a:endParaRPr sz="1800" b="0" strike="noStrike" spc="-1">
              <a:solidFill>
                <a:schemeClr val="bg1"/>
              </a:solidFill>
              <a:latin typeface="Arial"/>
            </a:endParaRPr>
          </a:p>
          <a:p>
            <a:pPr>
              <a:lnSpc>
                <a:spcPct val="100000"/>
              </a:lnSpc>
              <a:buNone/>
              <a:defRPr/>
            </a:pPr>
            <a:endParaRPr sz="1800" b="0" strike="noStrike" spc="-1">
              <a:solidFill>
                <a:schemeClr val="bg1"/>
              </a:solidFill>
              <a:latin typeface="Arial"/>
            </a:endParaRPr>
          </a:p>
          <a:p>
            <a:pPr>
              <a:lnSpc>
                <a:spcPct val="100000"/>
              </a:lnSpc>
              <a:buNone/>
              <a:defRPr/>
            </a:pPr>
            <a:endParaRPr sz="1800" b="0" strike="noStrike" spc="-1">
              <a:solidFill>
                <a:schemeClr val="bg1"/>
              </a:solidFill>
              <a:latin typeface="Arial"/>
            </a:endParaRPr>
          </a:p>
          <a:p>
            <a:pPr>
              <a:lnSpc>
                <a:spcPct val="100000"/>
              </a:lnSpc>
              <a:buNone/>
              <a:defRPr/>
            </a:pPr>
            <a:r>
              <a:rPr lang="en-US" sz="1800" b="0" strike="noStrike" spc="-1">
                <a:solidFill>
                  <a:schemeClr val="bg1"/>
                </a:solidFill>
                <a:latin typeface="Arial"/>
              </a:rPr>
              <a:t>- Triés en fonction des différents types d’actions sur différentes tables</a:t>
            </a:r>
            <a:endParaRPr sz="1800" b="0" strike="noStrike" spc="-1">
              <a:solidFill>
                <a:schemeClr val="bg1"/>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Autofit/>
          </a:bodyPr>
          <a:p>
            <a:pPr>
              <a:lnSpc>
                <a:spcPct val="100000"/>
              </a:lnSpc>
              <a:buNone/>
              <a:tabLst>
                <a:tab pos="0" algn="l"/>
              </a:tabLst>
              <a:defRPr/>
            </a:pPr>
            <a:r>
              <a:rPr lang="fr" sz="2400" b="0" strike="noStrike" spc="-1">
                <a:solidFill>
                  <a:srgbClr val="FFFFFF"/>
                </a:solidFill>
                <a:latin typeface="Montserrat"/>
                <a:ea typeface="Montserrat"/>
              </a:rPr>
              <a:t>Recommandations pour l’entreprise</a:t>
            </a:r>
            <a:endParaRPr lang="en-US" sz="2400" b="0" strike="noStrike" spc="-1">
              <a:latin typeface="Arial"/>
            </a:endParaRPr>
          </a:p>
          <a:p>
            <a:pPr marL="457200" indent="-345960">
              <a:lnSpc>
                <a:spcPct val="100000"/>
              </a:lnSpc>
              <a:buClr>
                <a:srgbClr val="FFFFFF"/>
              </a:buClr>
              <a:buFont typeface="Montserrat"/>
              <a:buChar char="●"/>
              <a:tabLst>
                <a:tab pos="0" algn="l"/>
              </a:tabLst>
              <a:defRPr/>
            </a:pPr>
            <a:r>
              <a:rPr lang="fr" sz="1850" b="0" strike="noStrike" spc="-1">
                <a:solidFill>
                  <a:srgbClr val="FFFFFF"/>
                </a:solidFill>
                <a:latin typeface="Montserrat"/>
                <a:ea typeface="Montserrat"/>
              </a:rPr>
              <a:t>Actions à mettre en place </a:t>
            </a:r>
            <a:endParaRPr lang="en-US" sz="1850" b="0" strike="noStrike" spc="-1">
              <a:latin typeface="Arial"/>
            </a:endParaRPr>
          </a:p>
          <a:p>
            <a:pPr marL="457200" indent="-345960">
              <a:lnSpc>
                <a:spcPct val="100000"/>
              </a:lnSpc>
              <a:buClr>
                <a:srgbClr val="FFFFFF"/>
              </a:buClr>
              <a:buFont typeface="Montserrat"/>
              <a:buChar char="●"/>
              <a:tabLst>
                <a:tab pos="0" algn="l"/>
              </a:tabLst>
              <a:defRPr/>
            </a:pPr>
            <a:r>
              <a:rPr lang="fr" sz="1850" b="0" strike="noStrike" spc="-1">
                <a:solidFill>
                  <a:srgbClr val="FFFFFF"/>
                </a:solidFill>
                <a:latin typeface="Montserrat"/>
                <a:ea typeface="Montserrat"/>
              </a:rPr>
              <a:t>Prototype </a:t>
            </a:r>
            <a:endParaRPr lang="en-US" sz="1850" b="0" strike="noStrike" spc="-1">
              <a:latin typeface="Arial"/>
            </a:endParaRPr>
          </a:p>
        </p:txBody>
      </p:sp>
      <p:sp>
        <p:nvSpPr>
          <p:cNvPr id="203" name=""/>
          <p:cNvSpPr/>
          <p:nvPr/>
        </p:nvSpPr>
        <p:spPr bwMode="auto">
          <a:xfrm>
            <a:off x="1371600" y="2057400"/>
            <a:ext cx="6857280" cy="1881360"/>
          </a:xfrm>
          <a:prstGeom prst="rect">
            <a:avLst/>
          </a:prstGeom>
          <a:noFill/>
          <a:ln w="0">
            <a:noFill/>
          </a:ln>
        </p:spPr>
        <p:style>
          <a:lnRef idx="0"/>
          <a:fillRef idx="0"/>
          <a:effectRef idx="0"/>
          <a:fontRef idx="minor"/>
        </p:style>
        <p:txBody>
          <a:bodyPr lIns="90000" tIns="45000" rIns="90000" bIns="45000" anchor="t">
            <a:noAutofit/>
          </a:bodyPr>
          <a:p>
            <a:pPr>
              <a:lnSpc>
                <a:spcPct val="100000"/>
              </a:lnSpc>
              <a:buNone/>
              <a:defRPr/>
            </a:pPr>
            <a:r>
              <a:rPr lang="en-US" sz="1800" b="0" strike="noStrike" spc="-1">
                <a:solidFill>
                  <a:srgbClr val="FFFFFF"/>
                </a:solidFill>
                <a:latin typeface="Arial"/>
                <a:ea typeface="DejaVu Sans"/>
              </a:rPr>
              <a:t>- Tableau de bord Power BI des anomalies</a:t>
            </a:r>
            <a:endParaRPr lang="en-US" sz="1800" b="0" strike="noStrike" spc="-1">
              <a:solidFill>
                <a:srgbClr val="FFFFFF"/>
              </a:solidFill>
              <a:latin typeface="Arial"/>
            </a:endParaRPr>
          </a:p>
          <a:p>
            <a:pPr>
              <a:lnSpc>
                <a:spcPct val="100000"/>
              </a:lnSpc>
              <a:buNone/>
              <a:defRPr/>
            </a:pPr>
            <a:endParaRPr lang="en-US" sz="1800" b="0" strike="noStrike" spc="-1">
              <a:solidFill>
                <a:srgbClr val="FFFFFF"/>
              </a:solidFill>
              <a:latin typeface="Arial"/>
            </a:endParaRPr>
          </a:p>
          <a:p>
            <a:pPr>
              <a:lnSpc>
                <a:spcPct val="100000"/>
              </a:lnSpc>
              <a:buNone/>
              <a:defRPr/>
            </a:pPr>
            <a:endParaRPr lang="en-US" sz="1800" b="0" strike="noStrike" spc="-1">
              <a:solidFill>
                <a:srgbClr val="FFFFFF"/>
              </a:solidFill>
              <a:latin typeface="Arial"/>
            </a:endParaRPr>
          </a:p>
          <a:p>
            <a:pPr>
              <a:lnSpc>
                <a:spcPct val="100000"/>
              </a:lnSpc>
              <a:buNone/>
              <a:defRPr/>
            </a:pPr>
            <a:r>
              <a:rPr lang="en-US" sz="1800" b="0" strike="noStrike" spc="-1">
                <a:solidFill>
                  <a:srgbClr val="FFFFFF"/>
                </a:solidFill>
                <a:latin typeface="Arial"/>
                <a:ea typeface="DejaVu Sans"/>
              </a:rPr>
              <a:t>- Ajout de notifications de problèmes dans les logs</a:t>
            </a:r>
            <a:endParaRPr lang="en-US" sz="1800" b="0" strike="noStrike" spc="-1">
              <a:solidFill>
                <a:srgbClr val="FFFFFF"/>
              </a:solidFill>
              <a:latin typeface="Arial"/>
            </a:endParaRPr>
          </a:p>
          <a:p>
            <a:pPr>
              <a:lnSpc>
                <a:spcPct val="100000"/>
              </a:lnSpc>
              <a:buNone/>
              <a:defRPr/>
            </a:pPr>
            <a:endParaRPr lang="en-US" sz="1800" b="0" strike="noStrike" spc="-1">
              <a:solidFill>
                <a:srgbClr val="FFFFFF"/>
              </a:solidFill>
              <a:latin typeface="Arial"/>
            </a:endParaRPr>
          </a:p>
          <a:p>
            <a:pPr>
              <a:lnSpc>
                <a:spcPct val="100000"/>
              </a:lnSpc>
              <a:buNone/>
              <a:defRPr/>
            </a:pPr>
            <a:endParaRPr lang="en-US" sz="1800" b="0" strike="noStrike" spc="-1">
              <a:solidFill>
                <a:srgbClr val="FFFFFF"/>
              </a:solidFill>
              <a:latin typeface="Arial"/>
            </a:endParaRPr>
          </a:p>
          <a:p>
            <a:pPr>
              <a:lnSpc>
                <a:spcPct val="100000"/>
              </a:lnSpc>
              <a:buNone/>
              <a:defRPr/>
            </a:pPr>
            <a:r>
              <a:rPr lang="en-US" sz="1800" b="0" strike="noStrike" spc="-1">
                <a:solidFill>
                  <a:srgbClr val="FFFFFF"/>
                </a:solidFill>
                <a:latin typeface="Arial"/>
                <a:ea typeface="DejaVu Sans"/>
              </a:rPr>
              <a:t>- Trigger qui actualise le processus en fin de journée</a:t>
            </a:r>
            <a:endParaRPr lang="en-US" sz="1800" b="0" strike="noStrike" spc="-1">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Autofit/>
          </a:bodyPr>
          <a:p>
            <a:pPr>
              <a:lnSpc>
                <a:spcPct val="100000"/>
              </a:lnSpc>
              <a:buNone/>
              <a:tabLst>
                <a:tab pos="0" algn="l"/>
              </a:tabLst>
              <a:defRPr/>
            </a:pPr>
            <a:r>
              <a:rPr lang="fr" sz="2400" b="0" strike="noStrike" spc="-1">
                <a:solidFill>
                  <a:srgbClr val="FFFFFF"/>
                </a:solidFill>
                <a:latin typeface="Montserrat"/>
                <a:ea typeface="Montserrat"/>
              </a:rPr>
              <a:t>Recommandations pour l’entreprise</a:t>
            </a:r>
            <a:br>
              <a:rPr sz="2400"/>
            </a:br>
            <a:r>
              <a:rPr lang="fr" sz="1850" b="0" strike="noStrike" spc="-1">
                <a:solidFill>
                  <a:srgbClr val="FFFFFF"/>
                </a:solidFill>
                <a:latin typeface="Montserrat"/>
                <a:ea typeface="Montserrat"/>
              </a:rPr>
              <a:t>Avantages et inconvénients de la solution</a:t>
            </a:r>
            <a:endParaRPr lang="en-US" sz="1850" b="0" strike="noStrike" spc="-1">
              <a:latin typeface="Arial"/>
            </a:endParaRPr>
          </a:p>
        </p:txBody>
      </p:sp>
      <p:sp>
        <p:nvSpPr>
          <p:cNvPr id="205" name="PlaceHolder 2"/>
          <p:cNvSpPr>
            <a:spLocks noGrp="1"/>
          </p:cNvSpPr>
          <p:nvPr>
            <p:ph/>
          </p:nvPr>
        </p:nvSpPr>
        <p:spPr bwMode="auto">
          <a:xfrm>
            <a:off x="1234440" y="1307160"/>
            <a:ext cx="7037640" cy="3885480"/>
          </a:xfrm>
          <a:prstGeom prst="rect">
            <a:avLst/>
          </a:prstGeom>
          <a:noFill/>
          <a:ln w="0">
            <a:noFill/>
          </a:ln>
        </p:spPr>
        <p:txBody>
          <a:bodyPr lIns="0" tIns="91440" rIns="0" bIns="91440" anchor="t">
            <a:normAutofit/>
          </a:bodyPr>
          <a:p>
            <a:pPr>
              <a:lnSpc>
                <a:spcPct val="114999"/>
              </a:lnSpc>
              <a:buNone/>
              <a:tabLst>
                <a:tab pos="0" algn="l"/>
              </a:tabLst>
              <a:defRPr/>
            </a:pPr>
            <a:r>
              <a:rPr lang="fr" sz="1300" b="0" strike="noStrike" spc="-1">
                <a:solidFill>
                  <a:srgbClr val="FFFFFF"/>
                </a:solidFill>
                <a:latin typeface="Lato"/>
                <a:ea typeface="Lato"/>
              </a:rPr>
              <a:t>Avantages :</a:t>
            </a:r>
            <a:endParaRPr lang="en-US" sz="1300" b="0" strike="noStrike" spc="-1">
              <a:latin typeface="Arial"/>
            </a:endParaRPr>
          </a:p>
          <a:p>
            <a:pPr>
              <a:lnSpc>
                <a:spcPct val="114999"/>
              </a:lnSpc>
              <a:spcBef>
                <a:spcPts val="1199"/>
              </a:spcBef>
              <a:buNone/>
              <a:tabLst>
                <a:tab pos="0" algn="l"/>
              </a:tabLst>
              <a:defRPr/>
            </a:pPr>
            <a:r>
              <a:rPr lang="en-US" sz="1300" b="0" strike="noStrike" spc="-1">
                <a:solidFill>
                  <a:srgbClr val="FFFFFF"/>
                </a:solidFill>
                <a:latin typeface="Arial"/>
                <a:ea typeface="Lato"/>
              </a:rPr>
              <a:t>- Visibilité et chiffrage sur les anomalies</a:t>
            </a:r>
            <a:endParaRPr lang="en-US" sz="1300" b="0" strike="noStrike" spc="-1">
              <a:latin typeface="Arial"/>
            </a:endParaRPr>
          </a:p>
          <a:p>
            <a:pPr>
              <a:lnSpc>
                <a:spcPct val="114999"/>
              </a:lnSpc>
              <a:spcBef>
                <a:spcPts val="1199"/>
              </a:spcBef>
              <a:buNone/>
              <a:tabLst>
                <a:tab pos="0" algn="l"/>
              </a:tabLst>
              <a:defRPr/>
            </a:pPr>
            <a:r>
              <a:rPr lang="en-US" sz="1300" b="0" strike="noStrike" spc="-1">
                <a:solidFill>
                  <a:srgbClr val="FFFFFF"/>
                </a:solidFill>
                <a:latin typeface="Arial"/>
                <a:ea typeface="Lato"/>
              </a:rPr>
              <a:t>- Meilleure fiabilité de l’information dans les tableaux de bords</a:t>
            </a:r>
            <a:endParaRPr lang="en-US" sz="1300" b="0" strike="noStrike" spc="-1">
              <a:latin typeface="Arial"/>
            </a:endParaRPr>
          </a:p>
          <a:p>
            <a:pPr>
              <a:lnSpc>
                <a:spcPct val="114999"/>
              </a:lnSpc>
              <a:spcBef>
                <a:spcPts val="1199"/>
              </a:spcBef>
              <a:buNone/>
              <a:tabLst>
                <a:tab pos="0" algn="l"/>
              </a:tabLst>
              <a:defRPr/>
            </a:pPr>
            <a:r>
              <a:rPr lang="en-US" sz="1300" b="0" strike="noStrike" spc="-1">
                <a:solidFill>
                  <a:srgbClr val="FFFFFF"/>
                </a:solidFill>
                <a:latin typeface="Arial"/>
                <a:ea typeface="Lato"/>
              </a:rPr>
              <a:t>- Anomalies reportées plus rapidement</a:t>
            </a:r>
            <a:endParaRPr lang="en-US" sz="1300" b="0" strike="noStrike" spc="-1">
              <a:latin typeface="Arial"/>
            </a:endParaRPr>
          </a:p>
          <a:p>
            <a:pPr>
              <a:lnSpc>
                <a:spcPct val="114999"/>
              </a:lnSpc>
              <a:spcBef>
                <a:spcPts val="1199"/>
              </a:spcBef>
              <a:buNone/>
              <a:tabLst>
                <a:tab pos="0" algn="l"/>
              </a:tabLst>
              <a:defRPr/>
            </a:pPr>
            <a:endParaRPr lang="en-US" sz="1300" b="0" strike="noStrike" spc="-1">
              <a:latin typeface="Arial"/>
            </a:endParaRPr>
          </a:p>
          <a:p>
            <a:pPr>
              <a:lnSpc>
                <a:spcPct val="114999"/>
              </a:lnSpc>
              <a:spcBef>
                <a:spcPts val="1199"/>
              </a:spcBef>
              <a:spcAft>
                <a:spcPts val="1199"/>
              </a:spcAft>
              <a:buNone/>
              <a:tabLst>
                <a:tab pos="0" algn="l"/>
              </a:tabLst>
              <a:defRPr/>
            </a:pPr>
            <a:r>
              <a:rPr lang="fr" sz="1300" b="0" strike="noStrike" spc="-1">
                <a:solidFill>
                  <a:srgbClr val="FFFFFF"/>
                </a:solidFill>
                <a:latin typeface="Lato"/>
                <a:ea typeface="Lato"/>
              </a:rPr>
              <a:t>Inconvénients :</a:t>
            </a:r>
            <a:endParaRPr lang="en-US" sz="1300" b="0" strike="noStrike" spc="-1">
              <a:latin typeface="Arial"/>
            </a:endParaRPr>
          </a:p>
          <a:p>
            <a:pPr>
              <a:lnSpc>
                <a:spcPct val="114999"/>
              </a:lnSpc>
              <a:spcBef>
                <a:spcPts val="1199"/>
              </a:spcBef>
              <a:buNone/>
              <a:tabLst>
                <a:tab pos="0" algn="l"/>
              </a:tabLst>
              <a:defRPr/>
            </a:pPr>
            <a:r>
              <a:rPr lang="en-US" sz="1300" b="0" strike="noStrike" spc="-1">
                <a:solidFill>
                  <a:srgbClr val="FFFFFF"/>
                </a:solidFill>
                <a:latin typeface="Arial"/>
                <a:ea typeface="Lato"/>
              </a:rPr>
              <a:t>- Les triggers et les contraintes ont des impacts sur les performances des processus</a:t>
            </a:r>
            <a:endParaRPr lang="en-US" sz="1300" b="0" strike="noStrike" spc="-1">
              <a:latin typeface="Arial"/>
            </a:endParaRPr>
          </a:p>
          <a:p>
            <a:pPr>
              <a:lnSpc>
                <a:spcPct val="114999"/>
              </a:lnSpc>
              <a:spcBef>
                <a:spcPts val="1199"/>
              </a:spcBef>
              <a:buNone/>
              <a:tabLst>
                <a:tab pos="0" algn="l"/>
              </a:tabLst>
              <a:defRPr/>
            </a:pPr>
            <a:r>
              <a:rPr lang="en-US" sz="1300" b="0" strike="noStrike" spc="-1">
                <a:solidFill>
                  <a:srgbClr val="FFFFFF"/>
                </a:solidFill>
                <a:latin typeface="Arial"/>
                <a:ea typeface="Lato"/>
              </a:rPr>
              <a:t>- Maintenance plus complexe car plus de processsus</a:t>
            </a:r>
            <a:endParaRPr lang="en-US" sz="13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 name="PlaceHolder 1"/>
          <p:cNvSpPr>
            <a:spLocks noGrp="1"/>
          </p:cNvSpPr>
          <p:nvPr>
            <p:ph type="title"/>
          </p:nvPr>
        </p:nvSpPr>
        <p:spPr bwMode="auto">
          <a:xfrm>
            <a:off x="1297440" y="393840"/>
            <a:ext cx="7037640" cy="912600"/>
          </a:xfrm>
          <a:prstGeom prst="rect">
            <a:avLst/>
          </a:prstGeom>
          <a:noFill/>
          <a:ln w="0">
            <a:noFill/>
          </a:ln>
        </p:spPr>
        <p:txBody>
          <a:bodyPr lIns="0" tIns="91440" rIns="0" bIns="91440" anchor="t">
            <a:noAutofit/>
          </a:bodyPr>
          <a:p>
            <a:pPr>
              <a:lnSpc>
                <a:spcPct val="100000"/>
              </a:lnSpc>
              <a:buNone/>
              <a:tabLst>
                <a:tab pos="0" algn="l"/>
              </a:tabLst>
              <a:defRPr/>
            </a:pPr>
            <a:r>
              <a:rPr lang="fr" sz="2400" b="0" strike="noStrike" spc="-1">
                <a:solidFill>
                  <a:srgbClr val="FFFFFF"/>
                </a:solidFill>
                <a:latin typeface="Montserrat"/>
                <a:ea typeface="Montserrat"/>
              </a:rPr>
              <a:t>Recommandations pour l’entreprise</a:t>
            </a:r>
            <a:br>
              <a:rPr sz="2400"/>
            </a:br>
            <a:r>
              <a:rPr lang="fr" sz="1850" b="0" strike="noStrike" spc="-1">
                <a:solidFill>
                  <a:srgbClr val="FFFFFF"/>
                </a:solidFill>
                <a:latin typeface="Montserrat"/>
                <a:ea typeface="Montserrat"/>
              </a:rPr>
              <a:t>Implications pour l’organisation actuelle </a:t>
            </a:r>
            <a:endParaRPr lang="en-US" sz="1850" b="0" strike="noStrike" spc="-1">
              <a:latin typeface="Arial"/>
            </a:endParaRPr>
          </a:p>
        </p:txBody>
      </p:sp>
      <p:sp>
        <p:nvSpPr>
          <p:cNvPr id="207" name=""/>
          <p:cNvSpPr/>
          <p:nvPr/>
        </p:nvSpPr>
        <p:spPr bwMode="auto">
          <a:xfrm>
            <a:off x="1143000" y="1600200"/>
            <a:ext cx="7543080" cy="2649240"/>
          </a:xfrm>
          <a:prstGeom prst="rect">
            <a:avLst/>
          </a:prstGeom>
          <a:noFill/>
          <a:ln w="0">
            <a:noFill/>
          </a:ln>
        </p:spPr>
        <p:style>
          <a:lnRef idx="0"/>
          <a:fillRef idx="0"/>
          <a:effectRef idx="0"/>
          <a:fontRef idx="minor"/>
        </p:style>
        <p:txBody>
          <a:bodyPr lIns="90000" tIns="45000" rIns="90000" bIns="45000" anchor="t">
            <a:noAutofit/>
          </a:bodyPr>
          <a:p>
            <a:pPr>
              <a:lnSpc>
                <a:spcPct val="100000"/>
              </a:lnSpc>
              <a:buNone/>
              <a:defRPr/>
            </a:pPr>
            <a:r>
              <a:rPr lang="en-US" sz="1600" b="0" strike="noStrike" spc="-1">
                <a:solidFill>
                  <a:srgbClr val="FFFFFF"/>
                </a:solidFill>
                <a:latin typeface="Arial"/>
                <a:ea typeface="DejaVu Sans"/>
              </a:rPr>
              <a:t>- Modifier les processus existants (trigger, tableau de bord Power BI)</a:t>
            </a:r>
            <a:endParaRPr lang="en-US" sz="1600" b="0" strike="noStrike" spc="-1">
              <a:solidFill>
                <a:srgbClr val="FFFFFF"/>
              </a:solidFill>
              <a:latin typeface="Arial"/>
            </a:endParaRPr>
          </a:p>
          <a:p>
            <a:pPr>
              <a:lnSpc>
                <a:spcPct val="100000"/>
              </a:lnSpc>
              <a:buNone/>
              <a:defRPr/>
            </a:pPr>
            <a:endParaRPr lang="en-US" sz="1600" b="0" strike="noStrike" spc="-1">
              <a:solidFill>
                <a:srgbClr val="FFFFFF"/>
              </a:solidFill>
              <a:latin typeface="Arial"/>
            </a:endParaRPr>
          </a:p>
          <a:p>
            <a:pPr>
              <a:lnSpc>
                <a:spcPct val="100000"/>
              </a:lnSpc>
              <a:buNone/>
              <a:defRPr/>
            </a:pPr>
            <a:endParaRPr lang="en-US" sz="1600" b="0" strike="noStrike" spc="-1">
              <a:solidFill>
                <a:srgbClr val="FFFFFF"/>
              </a:solidFill>
              <a:latin typeface="Arial"/>
            </a:endParaRPr>
          </a:p>
          <a:p>
            <a:pPr>
              <a:lnSpc>
                <a:spcPct val="100000"/>
              </a:lnSpc>
              <a:buNone/>
              <a:defRPr/>
            </a:pPr>
            <a:r>
              <a:rPr lang="en-US" sz="1600" b="0" strike="noStrike" spc="-1">
                <a:solidFill>
                  <a:srgbClr val="FFFFFF"/>
                </a:solidFill>
                <a:latin typeface="Arial"/>
                <a:ea typeface="DejaVu Sans"/>
              </a:rPr>
              <a:t>- Analyse supplémentaire avec le nouveau tableau de bord. Comprendre les anomalies en base de données</a:t>
            </a:r>
            <a:endParaRPr lang="en-US" sz="1600" b="0" strike="noStrike" spc="-1">
              <a:solidFill>
                <a:srgbClr val="FFFFFF"/>
              </a:solidFill>
              <a:latin typeface="Arial"/>
            </a:endParaRPr>
          </a:p>
          <a:p>
            <a:pPr>
              <a:lnSpc>
                <a:spcPct val="100000"/>
              </a:lnSpc>
              <a:buNone/>
              <a:defRPr/>
            </a:pPr>
            <a:endParaRPr lang="en-US" sz="1600" b="0" strike="noStrike" spc="-1">
              <a:solidFill>
                <a:srgbClr val="FFFFFF"/>
              </a:solidFill>
              <a:latin typeface="Arial"/>
            </a:endParaRPr>
          </a:p>
          <a:p>
            <a:pPr>
              <a:lnSpc>
                <a:spcPct val="100000"/>
              </a:lnSpc>
              <a:buNone/>
              <a:defRPr/>
            </a:pPr>
            <a:endParaRPr lang="en-US" sz="1600" b="0" strike="noStrike" spc="-1">
              <a:solidFill>
                <a:srgbClr val="FFFFFF"/>
              </a:solidFill>
              <a:latin typeface="Arial"/>
            </a:endParaRPr>
          </a:p>
          <a:p>
            <a:pPr>
              <a:lnSpc>
                <a:spcPct val="100000"/>
              </a:lnSpc>
              <a:buNone/>
              <a:defRPr/>
            </a:pPr>
            <a:r>
              <a:rPr lang="en-US" sz="1600" b="0" strike="noStrike" spc="-1">
                <a:solidFill>
                  <a:srgbClr val="FFFFFF"/>
                </a:solidFill>
                <a:latin typeface="Arial"/>
                <a:ea typeface="DejaVu Sans"/>
              </a:rPr>
              <a:t>- Analyser régulièrement les logs</a:t>
            </a:r>
            <a:endParaRPr lang="en-US" sz="1600" b="0" strike="noStrike" spc="-1">
              <a:solidFill>
                <a:srgbClr val="FFFFFF"/>
              </a:solidFill>
              <a:latin typeface="Arial"/>
            </a:endParaRPr>
          </a:p>
          <a:p>
            <a:pPr>
              <a:lnSpc>
                <a:spcPct val="100000"/>
              </a:lnSpc>
              <a:buNone/>
              <a:defRPr/>
            </a:pPr>
            <a:endParaRPr lang="en-US" sz="1600" b="0" strike="noStrike" spc="-1">
              <a:solidFill>
                <a:srgbClr val="FFFFFF"/>
              </a:solidFill>
              <a:latin typeface="Arial"/>
            </a:endParaRPr>
          </a:p>
          <a:p>
            <a:pPr>
              <a:lnSpc>
                <a:spcPct val="100000"/>
              </a:lnSpc>
              <a:buNone/>
              <a:defRPr/>
            </a:pPr>
            <a:endParaRPr lang="en-US" sz="1600" b="0" strike="noStrike" spc="-1">
              <a:solidFill>
                <a:srgbClr val="FFFFFF"/>
              </a:solidFill>
              <a:latin typeface="Arial"/>
            </a:endParaRPr>
          </a:p>
          <a:p>
            <a:pPr>
              <a:lnSpc>
                <a:spcPct val="100000"/>
              </a:lnSpc>
              <a:buNone/>
              <a:defRPr/>
            </a:pPr>
            <a:r>
              <a:rPr lang="en-US" sz="1600" b="0" strike="noStrike" spc="-1">
                <a:solidFill>
                  <a:srgbClr val="FFFFFF"/>
                </a:solidFill>
                <a:latin typeface="Arial"/>
                <a:ea typeface="DejaVu Sans"/>
              </a:rPr>
              <a:t>- La marge d’erreur d’un chiffre d’affaires dans les processus Power BI est de J-1</a:t>
            </a:r>
            <a:endParaRPr lang="en-US" sz="1600" b="0" strike="noStrike" spc="-1">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 name="PlaceHolder 1"/>
          <p:cNvSpPr>
            <a:spLocks noGrp="1"/>
          </p:cNvSpPr>
          <p:nvPr>
            <p:ph type="title"/>
          </p:nvPr>
        </p:nvSpPr>
        <p:spPr bwMode="auto">
          <a:xfrm>
            <a:off x="311760" y="1388880"/>
            <a:ext cx="8519040" cy="840240"/>
          </a:xfrm>
          <a:prstGeom prst="rect">
            <a:avLst/>
          </a:prstGeom>
          <a:noFill/>
          <a:ln w="0">
            <a:noFill/>
          </a:ln>
        </p:spPr>
        <p:txBody>
          <a:bodyPr lIns="90000" tIns="91440" rIns="90000" bIns="91440" anchor="ctr">
            <a:normAutofit/>
          </a:bodyPr>
          <a:p>
            <a:pPr>
              <a:lnSpc>
                <a:spcPct val="100000"/>
              </a:lnSpc>
              <a:buNone/>
              <a:tabLst>
                <a:tab pos="0" algn="l"/>
              </a:tabLst>
              <a:defRPr/>
            </a:pPr>
            <a:r>
              <a:rPr lang="fr" sz="2800" b="0" strike="noStrike" spc="-1">
                <a:solidFill>
                  <a:srgbClr val="FFFFFF"/>
                </a:solidFill>
                <a:latin typeface="Montserrat"/>
                <a:ea typeface="Montserrat"/>
              </a:rPr>
              <a:t>Conclusion</a:t>
            </a:r>
            <a:endParaRPr lang="en-US" sz="28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_rels/theme4.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4.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ONLYOFFICE/8.1.1.27</Application>
  <DocSecurity>0</DocSecurity>
  <PresentationFormat/>
  <Paragraphs>0</Paragraphs>
  <Slides>26</Slides>
  <Notes>26</Notes>
  <HiddenSlides>0</HiddenSlides>
  <MMClips>2</MMClips>
  <ScaleCrop>0</ScaleCrop>
  <HeadingPairs>
    <vt:vector size="4" baseType="variant">
      <vt:variant>
        <vt:lpstr>Theme</vt:lpstr>
      </vt:variant>
      <vt:variant>
        <vt:i4>3</vt:i4>
      </vt:variant>
      <vt:variant>
        <vt:lpstr>Slide Titles</vt:lpstr>
      </vt:variant>
      <vt:variant>
        <vt:i4>26</vt:i4>
      </vt:variant>
    </vt:vector>
  </HeadingPairs>
  <TitlesOfParts>
    <vt:vector size="29" baseType="lpstr">
      <vt:lpstr>Theme 1</vt:lpstr>
      <vt:lpstr>Theme 2</vt:lpstr>
      <vt:lpstr>Theme 3</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identifier/>
  <dc:language>en-US</dc:language>
  <cp:lastModifiedBy/>
  <cp:revision>5</cp:revision>
  <dcterms:modified xsi:type="dcterms:W3CDTF">2025-01-02T15:46:16Z</dcterms:modified>
  <cp:category/>
  <cp:contentStatus/>
  <cp:version/>
</cp:coreProperties>
</file>

<file path=docProps/custom.xml><?xml version="1.0" encoding="utf-8"?>
<Properties xmlns="http://schemas.openxmlformats.org/officeDocument/2006/custom-properties" xmlns:vt="http://schemas.openxmlformats.org/officeDocument/2006/docPropsVTypes"/>
</file>